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00.fntdata" ContentType="application/x-fontdata"/>
  <Override PartName="/ppt/fonts/font101.fntdata" ContentType="application/x-fontdata"/>
  <Override PartName="/ppt/fonts/font102.fntdata" ContentType="application/x-fontdata"/>
  <Override PartName="/ppt/fonts/font103.fntdata" ContentType="application/x-fontdata"/>
  <Override PartName="/ppt/fonts/font104.fntdata" ContentType="application/x-fontdata"/>
  <Override PartName="/ppt/fonts/font105.fntdata" ContentType="application/x-fontdata"/>
  <Override PartName="/ppt/fonts/font106.fntdata" ContentType="application/x-fontdata"/>
  <Override PartName="/ppt/fonts/font107.fntdata" ContentType="application/x-fontdata"/>
  <Override PartName="/ppt/fonts/font108.fntdata" ContentType="application/x-fontdata"/>
  <Override PartName="/ppt/fonts/font109.fntdata" ContentType="application/x-fontdata"/>
  <Override PartName="/ppt/fonts/font11.fntdata" ContentType="application/x-fontdata"/>
  <Override PartName="/ppt/fonts/font110.fntdata" ContentType="application/x-fontdata"/>
  <Override PartName="/ppt/fonts/font111.fntdata" ContentType="application/x-fontdata"/>
  <Override PartName="/ppt/fonts/font112.fntdata" ContentType="application/x-fontdata"/>
  <Override PartName="/ppt/fonts/font113.fntdata" ContentType="application/x-fontdata"/>
  <Override PartName="/ppt/fonts/font114.fntdata" ContentType="application/x-fontdata"/>
  <Override PartName="/ppt/fonts/font115.fntdata" ContentType="application/x-fontdata"/>
  <Override PartName="/ppt/fonts/font116.fntdata" ContentType="application/x-fontdata"/>
  <Override PartName="/ppt/fonts/font117.fntdata" ContentType="application/x-fontdata"/>
  <Override PartName="/ppt/fonts/font118.fntdata" ContentType="application/x-fontdata"/>
  <Override PartName="/ppt/fonts/font119.fntdata" ContentType="application/x-fontdata"/>
  <Override PartName="/ppt/fonts/font12.fntdata" ContentType="application/x-fontdata"/>
  <Override PartName="/ppt/fonts/font120.fntdata" ContentType="application/x-fontdata"/>
  <Override PartName="/ppt/fonts/font121.fntdata" ContentType="application/x-fontdata"/>
  <Override PartName="/ppt/fonts/font122.fntdata" ContentType="application/x-fontdata"/>
  <Override PartName="/ppt/fonts/font123.fntdata" ContentType="application/x-fontdata"/>
  <Override PartName="/ppt/fonts/font124.fntdata" ContentType="application/x-fontdata"/>
  <Override PartName="/ppt/fonts/font125.fntdata" ContentType="application/x-fontdata"/>
  <Override PartName="/ppt/fonts/font126.fntdata" ContentType="application/x-fontdata"/>
  <Override PartName="/ppt/fonts/font127.fntdata" ContentType="application/x-fontdata"/>
  <Override PartName="/ppt/fonts/font128.fntdata" ContentType="application/x-fontdata"/>
  <Override PartName="/ppt/fonts/font129.fntdata" ContentType="application/x-fontdata"/>
  <Override PartName="/ppt/fonts/font13.fntdata" ContentType="application/x-fontdata"/>
  <Override PartName="/ppt/fonts/font130.fntdata" ContentType="application/x-fontdata"/>
  <Override PartName="/ppt/fonts/font131.fntdata" ContentType="application/x-fontdata"/>
  <Override PartName="/ppt/fonts/font132.fntdata" ContentType="application/x-fontdata"/>
  <Override PartName="/ppt/fonts/font133.fntdata" ContentType="application/x-fontdata"/>
  <Override PartName="/ppt/fonts/font134.fntdata" ContentType="application/x-fontdata"/>
  <Override PartName="/ppt/fonts/font135.fntdata" ContentType="application/x-fontdata"/>
  <Override PartName="/ppt/fonts/font136.fntdata" ContentType="application/x-fontdata"/>
  <Override PartName="/ppt/fonts/font137.fntdata" ContentType="application/x-fontdata"/>
  <Override PartName="/ppt/fonts/font138.fntdata" ContentType="application/x-fontdata"/>
  <Override PartName="/ppt/fonts/font139.fntdata" ContentType="application/x-fontdata"/>
  <Override PartName="/ppt/fonts/font14.fntdata" ContentType="application/x-fontdata"/>
  <Override PartName="/ppt/fonts/font140.fntdata" ContentType="application/x-fontdata"/>
  <Override PartName="/ppt/fonts/font141.fntdata" ContentType="application/x-fontdata"/>
  <Override PartName="/ppt/fonts/font142.fntdata" ContentType="application/x-fontdata"/>
  <Override PartName="/ppt/fonts/font143.fntdata" ContentType="application/x-fontdata"/>
  <Override PartName="/ppt/fonts/font144.fntdata" ContentType="application/x-fontdata"/>
  <Override PartName="/ppt/fonts/font145.fntdata" ContentType="application/x-fontdata"/>
  <Override PartName="/ppt/fonts/font146.fntdata" ContentType="application/x-fontdata"/>
  <Override PartName="/ppt/fonts/font147.fntdata" ContentType="application/x-fontdata"/>
  <Override PartName="/ppt/fonts/font148.fntdata" ContentType="application/x-fontdata"/>
  <Override PartName="/ppt/fonts/font149.fntdata" ContentType="application/x-fontdata"/>
  <Override PartName="/ppt/fonts/font15.fntdata" ContentType="application/x-fontdata"/>
  <Override PartName="/ppt/fonts/font150.fntdata" ContentType="application/x-fontdata"/>
  <Override PartName="/ppt/fonts/font151.fntdata" ContentType="application/x-fontdata"/>
  <Override PartName="/ppt/fonts/font152.fntdata" ContentType="application/x-fontdata"/>
  <Override PartName="/ppt/fonts/font153.fntdata" ContentType="application/x-fontdata"/>
  <Override PartName="/ppt/fonts/font154.fntdata" ContentType="application/x-fontdata"/>
  <Override PartName="/ppt/fonts/font155.fntdata" ContentType="application/x-fontdata"/>
  <Override PartName="/ppt/fonts/font156.fntdata" ContentType="application/x-fontdata"/>
  <Override PartName="/ppt/fonts/font157.fntdata" ContentType="application/x-fontdata"/>
  <Override PartName="/ppt/fonts/font158.fntdata" ContentType="application/x-fontdata"/>
  <Override PartName="/ppt/fonts/font159.fntdata" ContentType="application/x-fontdata"/>
  <Override PartName="/ppt/fonts/font16.fntdata" ContentType="application/x-fontdata"/>
  <Override PartName="/ppt/fonts/font160.fntdata" ContentType="application/x-fontdata"/>
  <Override PartName="/ppt/fonts/font161.fntdata" ContentType="application/x-fontdata"/>
  <Override PartName="/ppt/fonts/font162.fntdata" ContentType="application/x-fontdata"/>
  <Override PartName="/ppt/fonts/font163.fntdata" ContentType="application/x-fontdata"/>
  <Override PartName="/ppt/fonts/font164.fntdata" ContentType="application/x-fontdata"/>
  <Override PartName="/ppt/fonts/font165.fntdata" ContentType="application/x-fontdata"/>
  <Override PartName="/ppt/fonts/font166.fntdata" ContentType="application/x-fontdata"/>
  <Override PartName="/ppt/fonts/font167.fntdata" ContentType="application/x-fontdata"/>
  <Override PartName="/ppt/fonts/font168.fntdata" ContentType="application/x-fontdata"/>
  <Override PartName="/ppt/fonts/font169.fntdata" ContentType="application/x-fontdata"/>
  <Override PartName="/ppt/fonts/font17.fntdata" ContentType="application/x-fontdata"/>
  <Override PartName="/ppt/fonts/font170.fntdata" ContentType="application/x-fontdata"/>
  <Override PartName="/ppt/fonts/font171.fntdata" ContentType="application/x-fontdata"/>
  <Override PartName="/ppt/fonts/font172.fntdata" ContentType="application/x-fontdata"/>
  <Override PartName="/ppt/fonts/font173.fntdata" ContentType="application/x-fontdata"/>
  <Override PartName="/ppt/fonts/font174.fntdata" ContentType="application/x-fontdata"/>
  <Override PartName="/ppt/fonts/font175.fntdata" ContentType="application/x-fontdata"/>
  <Override PartName="/ppt/fonts/font176.fntdata" ContentType="application/x-fontdata"/>
  <Override PartName="/ppt/fonts/font177.fntdata" ContentType="application/x-fontdata"/>
  <Override PartName="/ppt/fonts/font178.fntdata" ContentType="application/x-fontdata"/>
  <Override PartName="/ppt/fonts/font179.fntdata" ContentType="application/x-fontdata"/>
  <Override PartName="/ppt/fonts/font18.fntdata" ContentType="application/x-fontdata"/>
  <Override PartName="/ppt/fonts/font180.fntdata" ContentType="application/x-fontdata"/>
  <Override PartName="/ppt/fonts/font181.fntdata" ContentType="application/x-fontdata"/>
  <Override PartName="/ppt/fonts/font182.fntdata" ContentType="application/x-fontdata"/>
  <Override PartName="/ppt/fonts/font183.fntdata" ContentType="application/x-fontdata"/>
  <Override PartName="/ppt/fonts/font184.fntdata" ContentType="application/x-fontdata"/>
  <Override PartName="/ppt/fonts/font185.fntdata" ContentType="application/x-fontdata"/>
  <Override PartName="/ppt/fonts/font186.fntdata" ContentType="application/x-fontdata"/>
  <Override PartName="/ppt/fonts/font187.fntdata" ContentType="application/x-fontdata"/>
  <Override PartName="/ppt/fonts/font188.fntdata" ContentType="application/x-fontdata"/>
  <Override PartName="/ppt/fonts/font189.fntdata" ContentType="application/x-fontdata"/>
  <Override PartName="/ppt/fonts/font19.fntdata" ContentType="application/x-fontdata"/>
  <Override PartName="/ppt/fonts/font190.fntdata" ContentType="application/x-fontdata"/>
  <Override PartName="/ppt/fonts/font191.fntdata" ContentType="application/x-fontdata"/>
  <Override PartName="/ppt/fonts/font192.fntdata" ContentType="application/x-fontdata"/>
  <Override PartName="/ppt/fonts/font193.fntdata" ContentType="application/x-fontdata"/>
  <Override PartName="/ppt/fonts/font194.fntdata" ContentType="application/x-fontdata"/>
  <Override PartName="/ppt/fonts/font195.fntdata" ContentType="application/x-fontdata"/>
  <Override PartName="/ppt/fonts/font196.fntdata" ContentType="application/x-fontdata"/>
  <Override PartName="/ppt/fonts/font197.fntdata" ContentType="application/x-fontdata"/>
  <Override PartName="/ppt/fonts/font198.fntdata" ContentType="application/x-fontdata"/>
  <Override PartName="/ppt/fonts/font199.fntdata" ContentType="application/x-fontdata"/>
  <Override PartName="/ppt/fonts/font2.fntdata" ContentType="application/x-fontdata"/>
  <Override PartName="/ppt/fonts/font20.fntdata" ContentType="application/x-fontdata"/>
  <Override PartName="/ppt/fonts/font200.fntdata" ContentType="application/x-fontdata"/>
  <Override PartName="/ppt/fonts/font201.fntdata" ContentType="application/x-fontdata"/>
  <Override PartName="/ppt/fonts/font202.fntdata" ContentType="application/x-fontdata"/>
  <Override PartName="/ppt/fonts/font203.fntdata" ContentType="application/x-fontdata"/>
  <Override PartName="/ppt/fonts/font204.fntdata" ContentType="application/x-fontdata"/>
  <Override PartName="/ppt/fonts/font205.fntdata" ContentType="application/x-fontdata"/>
  <Override PartName="/ppt/fonts/font206.fntdata" ContentType="application/x-fontdata"/>
  <Override PartName="/ppt/fonts/font207.fntdata" ContentType="application/x-fontdata"/>
  <Override PartName="/ppt/fonts/font208.fntdata" ContentType="application/x-fontdata"/>
  <Override PartName="/ppt/fonts/font209.fntdata" ContentType="application/x-fontdata"/>
  <Override PartName="/ppt/fonts/font21.fntdata" ContentType="application/x-fontdata"/>
  <Override PartName="/ppt/fonts/font210.fntdata" ContentType="application/x-fontdata"/>
  <Override PartName="/ppt/fonts/font211.fntdata" ContentType="application/x-fontdata"/>
  <Override PartName="/ppt/fonts/font212.fntdata" ContentType="application/x-fontdata"/>
  <Override PartName="/ppt/fonts/font213.fntdata" ContentType="application/x-fontdata"/>
  <Override PartName="/ppt/fonts/font214.fntdata" ContentType="application/x-fontdata"/>
  <Override PartName="/ppt/fonts/font215.fntdata" ContentType="application/x-fontdata"/>
  <Override PartName="/ppt/fonts/font216.fntdata" ContentType="application/x-fontdata"/>
  <Override PartName="/ppt/fonts/font217.fntdata" ContentType="application/x-fontdata"/>
  <Override PartName="/ppt/fonts/font218.fntdata" ContentType="application/x-fontdata"/>
  <Override PartName="/ppt/fonts/font219.fntdata" ContentType="application/x-fontdata"/>
  <Override PartName="/ppt/fonts/font22.fntdata" ContentType="application/x-fontdata"/>
  <Override PartName="/ppt/fonts/font220.fntdata" ContentType="application/x-fontdata"/>
  <Override PartName="/ppt/fonts/font221.fntdata" ContentType="application/x-fontdata"/>
  <Override PartName="/ppt/fonts/font222.fntdata" ContentType="application/x-fontdata"/>
  <Override PartName="/ppt/fonts/font223.fntdata" ContentType="application/x-fontdata"/>
  <Override PartName="/ppt/fonts/font224.fntdata" ContentType="application/x-fontdata"/>
  <Override PartName="/ppt/fonts/font225.fntdata" ContentType="application/x-fontdata"/>
  <Override PartName="/ppt/fonts/font226.fntdata" ContentType="application/x-fontdata"/>
  <Override PartName="/ppt/fonts/font227.fntdata" ContentType="application/x-fontdata"/>
  <Override PartName="/ppt/fonts/font228.fntdata" ContentType="application/x-fontdata"/>
  <Override PartName="/ppt/fonts/font229.fntdata" ContentType="application/x-fontdata"/>
  <Override PartName="/ppt/fonts/font23.fntdata" ContentType="application/x-fontdata"/>
  <Override PartName="/ppt/fonts/font230.fntdata" ContentType="application/x-fontdata"/>
  <Override PartName="/ppt/fonts/font231.fntdata" ContentType="application/x-fontdata"/>
  <Override PartName="/ppt/fonts/font232.fntdata" ContentType="application/x-fontdata"/>
  <Override PartName="/ppt/fonts/font233.fntdata" ContentType="application/x-fontdata"/>
  <Override PartName="/ppt/fonts/font234.fntdata" ContentType="application/x-fontdata"/>
  <Override PartName="/ppt/fonts/font235.fntdata" ContentType="application/x-fontdata"/>
  <Override PartName="/ppt/fonts/font236.fntdata" ContentType="application/x-fontdata"/>
  <Override PartName="/ppt/fonts/font237.fntdata" ContentType="application/x-fontdata"/>
  <Override PartName="/ppt/fonts/font238.fntdata" ContentType="application/x-fontdata"/>
  <Override PartName="/ppt/fonts/font239.fntdata" ContentType="application/x-fontdata"/>
  <Override PartName="/ppt/fonts/font24.fntdata" ContentType="application/x-fontdata"/>
  <Override PartName="/ppt/fonts/font240.fntdata" ContentType="application/x-fontdata"/>
  <Override PartName="/ppt/fonts/font241.fntdata" ContentType="application/x-fontdata"/>
  <Override PartName="/ppt/fonts/font242.fntdata" ContentType="application/x-fontdata"/>
  <Override PartName="/ppt/fonts/font243.fntdata" ContentType="application/x-fontdata"/>
  <Override PartName="/ppt/fonts/font244.fntdata" ContentType="application/x-fontdata"/>
  <Override PartName="/ppt/fonts/font245.fntdata" ContentType="application/x-fontdata"/>
  <Override PartName="/ppt/fonts/font246.fntdata" ContentType="application/x-fontdata"/>
  <Override PartName="/ppt/fonts/font247.fntdata" ContentType="application/x-fontdata"/>
  <Override PartName="/ppt/fonts/font248.fntdata" ContentType="application/x-fontdata"/>
  <Override PartName="/ppt/fonts/font249.fntdata" ContentType="application/x-fontdata"/>
  <Override PartName="/ppt/fonts/font25.fntdata" ContentType="application/x-fontdata"/>
  <Override PartName="/ppt/fonts/font250.fntdata" ContentType="application/x-fontdata"/>
  <Override PartName="/ppt/fonts/font251.fntdata" ContentType="application/x-fontdata"/>
  <Override PartName="/ppt/fonts/font252.fntdata" ContentType="application/x-fontdata"/>
  <Override PartName="/ppt/fonts/font253.fntdata" ContentType="application/x-fontdata"/>
  <Override PartName="/ppt/fonts/font254.fntdata" ContentType="application/x-fontdata"/>
  <Override PartName="/ppt/fonts/font255.fntdata" ContentType="application/x-fontdata"/>
  <Override PartName="/ppt/fonts/font256.fntdata" ContentType="application/x-fontdata"/>
  <Override PartName="/ppt/fonts/font257.fntdata" ContentType="application/x-fontdata"/>
  <Override PartName="/ppt/fonts/font258.fntdata" ContentType="application/x-fontdata"/>
  <Override PartName="/ppt/fonts/font259.fntdata" ContentType="application/x-fontdata"/>
  <Override PartName="/ppt/fonts/font26.fntdata" ContentType="application/x-fontdata"/>
  <Override PartName="/ppt/fonts/font260.fntdata" ContentType="application/x-fontdata"/>
  <Override PartName="/ppt/fonts/font261.fntdata" ContentType="application/x-fontdata"/>
  <Override PartName="/ppt/fonts/font262.fntdata" ContentType="application/x-fontdata"/>
  <Override PartName="/ppt/fonts/font263.fntdata" ContentType="application/x-fontdata"/>
  <Override PartName="/ppt/fonts/font264.fntdata" ContentType="application/x-fontdata"/>
  <Override PartName="/ppt/fonts/font265.fntdata" ContentType="application/x-fontdata"/>
  <Override PartName="/ppt/fonts/font266.fntdata" ContentType="application/x-fontdata"/>
  <Override PartName="/ppt/fonts/font267.fntdata" ContentType="application/x-fontdata"/>
  <Override PartName="/ppt/fonts/font268.fntdata" ContentType="application/x-fontdata"/>
  <Override PartName="/ppt/fonts/font269.fntdata" ContentType="application/x-fontdata"/>
  <Override PartName="/ppt/fonts/font27.fntdata" ContentType="application/x-fontdata"/>
  <Override PartName="/ppt/fonts/font270.fntdata" ContentType="application/x-fontdata"/>
  <Override PartName="/ppt/fonts/font271.fntdata" ContentType="application/x-fontdata"/>
  <Override PartName="/ppt/fonts/font272.fntdata" ContentType="application/x-fontdata"/>
  <Override PartName="/ppt/fonts/font273.fntdata" ContentType="application/x-fontdata"/>
  <Override PartName="/ppt/fonts/font274.fntdata" ContentType="application/x-fontdata"/>
  <Override PartName="/ppt/fonts/font275.fntdata" ContentType="application/x-fontdata"/>
  <Override PartName="/ppt/fonts/font276.fntdata" ContentType="application/x-fontdata"/>
  <Override PartName="/ppt/fonts/font277.fntdata" ContentType="application/x-fontdata"/>
  <Override PartName="/ppt/fonts/font278.fntdata" ContentType="application/x-fontdata"/>
  <Override PartName="/ppt/fonts/font279.fntdata" ContentType="application/x-fontdata"/>
  <Override PartName="/ppt/fonts/font28.fntdata" ContentType="application/x-fontdata"/>
  <Override PartName="/ppt/fonts/font280.fntdata" ContentType="application/x-fontdata"/>
  <Override PartName="/ppt/fonts/font281.fntdata" ContentType="application/x-fontdata"/>
  <Override PartName="/ppt/fonts/font282.fntdata" ContentType="application/x-fontdata"/>
  <Override PartName="/ppt/fonts/font283.fntdata" ContentType="application/x-fontdata"/>
  <Override PartName="/ppt/fonts/font284.fntdata" ContentType="application/x-fontdata"/>
  <Override PartName="/ppt/fonts/font285.fntdata" ContentType="application/x-fontdata"/>
  <Override PartName="/ppt/fonts/font286.fntdata" ContentType="application/x-fontdata"/>
  <Override PartName="/ppt/fonts/font287.fntdata" ContentType="application/x-fontdata"/>
  <Override PartName="/ppt/fonts/font288.fntdata" ContentType="application/x-fontdata"/>
  <Override PartName="/ppt/fonts/font289.fntdata" ContentType="application/x-fontdata"/>
  <Override PartName="/ppt/fonts/font29.fntdata" ContentType="application/x-fontdata"/>
  <Override PartName="/ppt/fonts/font290.fntdata" ContentType="application/x-fontdata"/>
  <Override PartName="/ppt/fonts/font291.fntdata" ContentType="application/x-fontdata"/>
  <Override PartName="/ppt/fonts/font292.fntdata" ContentType="application/x-fontdata"/>
  <Override PartName="/ppt/fonts/font293.fntdata" ContentType="application/x-fontdata"/>
  <Override PartName="/ppt/fonts/font294.fntdata" ContentType="application/x-fontdata"/>
  <Override PartName="/ppt/fonts/font295.fntdata" ContentType="application/x-fontdata"/>
  <Override PartName="/ppt/fonts/font296.fntdata" ContentType="application/x-fontdata"/>
  <Override PartName="/ppt/fonts/font297.fntdata" ContentType="application/x-fontdata"/>
  <Override PartName="/ppt/fonts/font298.fntdata" ContentType="application/x-fontdata"/>
  <Override PartName="/ppt/fonts/font299.fntdata" ContentType="application/x-fontdata"/>
  <Override PartName="/ppt/fonts/font3.fntdata" ContentType="application/x-fontdata"/>
  <Override PartName="/ppt/fonts/font30.fntdata" ContentType="application/x-fontdata"/>
  <Override PartName="/ppt/fonts/font300.fntdata" ContentType="application/x-fontdata"/>
  <Override PartName="/ppt/fonts/font301.fntdata" ContentType="application/x-fontdata"/>
  <Override PartName="/ppt/fonts/font302.fntdata" ContentType="application/x-fontdata"/>
  <Override PartName="/ppt/fonts/font303.fntdata" ContentType="application/x-fontdata"/>
  <Override PartName="/ppt/fonts/font304.fntdata" ContentType="application/x-fontdata"/>
  <Override PartName="/ppt/fonts/font305.fntdata" ContentType="application/x-fontdata"/>
  <Override PartName="/ppt/fonts/font306.fntdata" ContentType="application/x-fontdata"/>
  <Override PartName="/ppt/fonts/font307.fntdata" ContentType="application/x-fontdata"/>
  <Override PartName="/ppt/fonts/font31.fntdata" ContentType="application/x-fontdata"/>
  <Override PartName="/ppt/fonts/font32.fntdata" ContentType="application/x-fontdata"/>
  <Override PartName="/ppt/fonts/font33.fntdata" ContentType="application/x-fontdata"/>
  <Override PartName="/ppt/fonts/font34.fntdata" ContentType="application/x-fontdata"/>
  <Override PartName="/ppt/fonts/font35.fntdata" ContentType="application/x-fontdata"/>
  <Override PartName="/ppt/fonts/font36.fntdata" ContentType="application/x-fontdata"/>
  <Override PartName="/ppt/fonts/font37.fntdata" ContentType="application/x-fontdata"/>
  <Override PartName="/ppt/fonts/font38.fntdata" ContentType="application/x-fontdata"/>
  <Override PartName="/ppt/fonts/font39.fntdata" ContentType="application/x-fontdata"/>
  <Override PartName="/ppt/fonts/font4.fntdata" ContentType="application/x-fontdata"/>
  <Override PartName="/ppt/fonts/font40.fntdata" ContentType="application/x-fontdata"/>
  <Override PartName="/ppt/fonts/font41.fntdata" ContentType="application/x-fontdata"/>
  <Override PartName="/ppt/fonts/font42.fntdata" ContentType="application/x-fontdata"/>
  <Override PartName="/ppt/fonts/font43.fntdata" ContentType="application/x-fontdata"/>
  <Override PartName="/ppt/fonts/font44.fntdata" ContentType="application/x-fontdata"/>
  <Override PartName="/ppt/fonts/font45.fntdata" ContentType="application/x-fontdata"/>
  <Override PartName="/ppt/fonts/font46.fntdata" ContentType="application/x-fontdata"/>
  <Override PartName="/ppt/fonts/font47.fntdata" ContentType="application/x-fontdata"/>
  <Override PartName="/ppt/fonts/font48.fntdata" ContentType="application/x-fontdata"/>
  <Override PartName="/ppt/fonts/font49.fntdata" ContentType="application/x-fontdata"/>
  <Override PartName="/ppt/fonts/font5.fntdata" ContentType="application/x-fontdata"/>
  <Override PartName="/ppt/fonts/font50.fntdata" ContentType="application/x-fontdata"/>
  <Override PartName="/ppt/fonts/font51.fntdata" ContentType="application/x-fontdata"/>
  <Override PartName="/ppt/fonts/font52.fntdata" ContentType="application/x-fontdata"/>
  <Override PartName="/ppt/fonts/font53.fntdata" ContentType="application/x-fontdata"/>
  <Override PartName="/ppt/fonts/font54.fntdata" ContentType="application/x-fontdata"/>
  <Override PartName="/ppt/fonts/font55.fntdata" ContentType="application/x-fontdata"/>
  <Override PartName="/ppt/fonts/font56.fntdata" ContentType="application/x-fontdata"/>
  <Override PartName="/ppt/fonts/font57.fntdata" ContentType="application/x-fontdata"/>
  <Override PartName="/ppt/fonts/font58.fntdata" ContentType="application/x-fontdata"/>
  <Override PartName="/ppt/fonts/font59.fntdata" ContentType="application/x-fontdata"/>
  <Override PartName="/ppt/fonts/font6.fntdata" ContentType="application/x-fontdata"/>
  <Override PartName="/ppt/fonts/font60.fntdata" ContentType="application/x-fontdata"/>
  <Override PartName="/ppt/fonts/font61.fntdata" ContentType="application/x-fontdata"/>
  <Override PartName="/ppt/fonts/font62.fntdata" ContentType="application/x-fontdata"/>
  <Override PartName="/ppt/fonts/font63.fntdata" ContentType="application/x-fontdata"/>
  <Override PartName="/ppt/fonts/font64.fntdata" ContentType="application/x-fontdata"/>
  <Override PartName="/ppt/fonts/font65.fntdata" ContentType="application/x-fontdata"/>
  <Override PartName="/ppt/fonts/font66.fntdata" ContentType="application/x-fontdata"/>
  <Override PartName="/ppt/fonts/font67.fntdata" ContentType="application/x-fontdata"/>
  <Override PartName="/ppt/fonts/font68.fntdata" ContentType="application/x-fontdata"/>
  <Override PartName="/ppt/fonts/font69.fntdata" ContentType="application/x-fontdata"/>
  <Override PartName="/ppt/fonts/font7.fntdata" ContentType="application/x-fontdata"/>
  <Override PartName="/ppt/fonts/font70.fntdata" ContentType="application/x-fontdata"/>
  <Override PartName="/ppt/fonts/font71.fntdata" ContentType="application/x-fontdata"/>
  <Override PartName="/ppt/fonts/font72.fntdata" ContentType="application/x-fontdata"/>
  <Override PartName="/ppt/fonts/font73.fntdata" ContentType="application/x-fontdata"/>
  <Override PartName="/ppt/fonts/font74.fntdata" ContentType="application/x-fontdata"/>
  <Override PartName="/ppt/fonts/font75.fntdata" ContentType="application/x-fontdata"/>
  <Override PartName="/ppt/fonts/font76.fntdata" ContentType="application/x-fontdata"/>
  <Override PartName="/ppt/fonts/font77.fntdata" ContentType="application/x-fontdata"/>
  <Override PartName="/ppt/fonts/font78.fntdata" ContentType="application/x-fontdata"/>
  <Override PartName="/ppt/fonts/font79.fntdata" ContentType="application/x-fontdata"/>
  <Override PartName="/ppt/fonts/font8.fntdata" ContentType="application/x-fontdata"/>
  <Override PartName="/ppt/fonts/font80.fntdata" ContentType="application/x-fontdata"/>
  <Override PartName="/ppt/fonts/font81.fntdata" ContentType="application/x-fontdata"/>
  <Override PartName="/ppt/fonts/font82.fntdata" ContentType="application/x-fontdata"/>
  <Override PartName="/ppt/fonts/font83.fntdata" ContentType="application/x-fontdata"/>
  <Override PartName="/ppt/fonts/font84.fntdata" ContentType="application/x-fontdata"/>
  <Override PartName="/ppt/fonts/font85.fntdata" ContentType="application/x-fontdata"/>
  <Override PartName="/ppt/fonts/font86.fntdata" ContentType="application/x-fontdata"/>
  <Override PartName="/ppt/fonts/font87.fntdata" ContentType="application/x-fontdata"/>
  <Override PartName="/ppt/fonts/font88.fntdata" ContentType="application/x-fontdata"/>
  <Override PartName="/ppt/fonts/font89.fntdata" ContentType="application/x-fontdata"/>
  <Override PartName="/ppt/fonts/font9.fntdata" ContentType="application/x-fontdata"/>
  <Override PartName="/ppt/fonts/font90.fntdata" ContentType="application/x-fontdata"/>
  <Override PartName="/ppt/fonts/font91.fntdata" ContentType="application/x-fontdata"/>
  <Override PartName="/ppt/fonts/font92.fntdata" ContentType="application/x-fontdata"/>
  <Override PartName="/ppt/fonts/font93.fntdata" ContentType="application/x-fontdata"/>
  <Override PartName="/ppt/fonts/font94.fntdata" ContentType="application/x-fontdata"/>
  <Override PartName="/ppt/fonts/font95.fntdata" ContentType="application/x-fontdata"/>
  <Override PartName="/ppt/fonts/font96.fntdata" ContentType="application/x-fontdata"/>
  <Override PartName="/ppt/fonts/font97.fntdata" ContentType="application/x-fontdata"/>
  <Override PartName="/ppt/fonts/font98.fntdata" ContentType="application/x-fontdata"/>
  <Override PartName="/ppt/fonts/font9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6.xml" ContentType="application/vnd.openxmlformats-officedocument.theme+xml"/>
  <Override PartName="/ppt/theme/theme47.xml" ContentType="application/vnd.openxmlformats-officedocument.theme+xml"/>
  <Override PartName="/ppt/theme/theme48.xml" ContentType="application/vnd.openxmlformats-officedocument.theme+xml"/>
  <Override PartName="/ppt/theme/theme49.xml" ContentType="application/vnd.openxmlformats-officedocument.theme+xml"/>
  <Override PartName="/ppt/theme/theme5.xml" ContentType="application/vnd.openxmlformats-officedocument.theme+xml"/>
  <Override PartName="/ppt/theme/theme50.xml" ContentType="application/vnd.openxmlformats-officedocument.theme+xml"/>
  <Override PartName="/ppt/theme/theme51.xml" ContentType="application/vnd.openxmlformats-officedocument.theme+xml"/>
  <Override PartName="/ppt/theme/theme52.xml" ContentType="application/vnd.openxmlformats-officedocument.theme+xml"/>
  <Override PartName="/ppt/theme/theme53.xml" ContentType="application/vnd.openxmlformats-officedocument.theme+xml"/>
  <Override PartName="/ppt/theme/theme54.xml" ContentType="application/vnd.openxmlformats-officedocument.theme+xml"/>
  <Override PartName="/ppt/theme/theme55.xml" ContentType="application/vnd.openxmlformats-officedocument.theme+xml"/>
  <Override PartName="/ppt/theme/theme56.xml" ContentType="application/vnd.openxmlformats-officedocument.theme+xml"/>
  <Override PartName="/ppt/theme/theme57.xml" ContentType="application/vnd.openxmlformats-officedocument.theme+xml"/>
  <Override PartName="/ppt/theme/theme58.xml" ContentType="application/vnd.openxmlformats-officedocument.theme+xml"/>
  <Override PartName="/ppt/theme/theme59.xml" ContentType="application/vnd.openxmlformats-officedocument.theme+xml"/>
  <Override PartName="/ppt/theme/theme6.xml" ContentType="application/vnd.openxmlformats-officedocument.theme+xml"/>
  <Override PartName="/ppt/theme/theme60.xml" ContentType="application/vnd.openxmlformats-officedocument.theme+xml"/>
  <Override PartName="/ppt/theme/theme61.xml" ContentType="application/vnd.openxmlformats-officedocument.theme+xml"/>
  <Override PartName="/ppt/theme/theme62.xml" ContentType="application/vnd.openxmlformats-officedocument.theme+xml"/>
  <Override PartName="/ppt/theme/theme63.xml" ContentType="application/vnd.openxmlformats-officedocument.theme+xml"/>
  <Override PartName="/ppt/theme/theme64.xml" ContentType="application/vnd.openxmlformats-officedocument.theme+xml"/>
  <Override PartName="/ppt/theme/theme65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1" r:id="rId3"/>
    <p:sldMasterId id="2147483653" r:id="rId4"/>
    <p:sldMasterId id="2147483655" r:id="rId5"/>
    <p:sldMasterId id="2147483657" r:id="rId6"/>
    <p:sldMasterId id="2147483659" r:id="rId7"/>
    <p:sldMasterId id="2147483661" r:id="rId8"/>
    <p:sldMasterId id="2147483663" r:id="rId9"/>
    <p:sldMasterId id="2147483665" r:id="rId10"/>
    <p:sldMasterId id="2147483667" r:id="rId11"/>
    <p:sldMasterId id="2147483669" r:id="rId12"/>
    <p:sldMasterId id="2147483671" r:id="rId13"/>
    <p:sldMasterId id="2147483673" r:id="rId14"/>
    <p:sldMasterId id="2147483675" r:id="rId15"/>
    <p:sldMasterId id="2147483677" r:id="rId16"/>
    <p:sldMasterId id="2147483679" r:id="rId17"/>
    <p:sldMasterId id="2147483681" r:id="rId18"/>
    <p:sldMasterId id="2147483683" r:id="rId19"/>
    <p:sldMasterId id="2147483685" r:id="rId20"/>
    <p:sldMasterId id="2147483687" r:id="rId21"/>
    <p:sldMasterId id="2147483689" r:id="rId22"/>
    <p:sldMasterId id="2147483691" r:id="rId23"/>
    <p:sldMasterId id="2147483693" r:id="rId24"/>
    <p:sldMasterId id="2147483695" r:id="rId25"/>
    <p:sldMasterId id="2147483697" r:id="rId26"/>
    <p:sldMasterId id="2147483699" r:id="rId27"/>
    <p:sldMasterId id="2147483701" r:id="rId28"/>
    <p:sldMasterId id="2147483703" r:id="rId29"/>
    <p:sldMasterId id="2147483705" r:id="rId30"/>
    <p:sldMasterId id="2147483707" r:id="rId31"/>
    <p:sldMasterId id="2147483709" r:id="rId32"/>
    <p:sldMasterId id="2147483711" r:id="rId33"/>
    <p:sldMasterId id="2147483713" r:id="rId34"/>
    <p:sldMasterId id="2147483715" r:id="rId35"/>
    <p:sldMasterId id="2147483717" r:id="rId36"/>
    <p:sldMasterId id="2147483719" r:id="rId37"/>
    <p:sldMasterId id="2147483721" r:id="rId38"/>
    <p:sldMasterId id="2147483723" r:id="rId39"/>
    <p:sldMasterId id="2147483725" r:id="rId40"/>
    <p:sldMasterId id="2147483727" r:id="rId41"/>
    <p:sldMasterId id="2147483729" r:id="rId42"/>
    <p:sldMasterId id="2147483731" r:id="rId43"/>
    <p:sldMasterId id="2147483733" r:id="rId44"/>
    <p:sldMasterId id="2147483735" r:id="rId45"/>
    <p:sldMasterId id="2147483737" r:id="rId46"/>
    <p:sldMasterId id="2147483739" r:id="rId47"/>
    <p:sldMasterId id="2147483741" r:id="rId48"/>
    <p:sldMasterId id="2147483743" r:id="rId49"/>
    <p:sldMasterId id="2147483745" r:id="rId50"/>
    <p:sldMasterId id="2147483747" r:id="rId51"/>
    <p:sldMasterId id="2147483749" r:id="rId52"/>
    <p:sldMasterId id="2147483751" r:id="rId53"/>
    <p:sldMasterId id="2147483753" r:id="rId54"/>
    <p:sldMasterId id="2147483755" r:id="rId55"/>
    <p:sldMasterId id="2147483757" r:id="rId56"/>
    <p:sldMasterId id="2147483759" r:id="rId57"/>
    <p:sldMasterId id="2147483761" r:id="rId58"/>
    <p:sldMasterId id="2147483763" r:id="rId59"/>
    <p:sldMasterId id="2147483765" r:id="rId60"/>
    <p:sldMasterId id="2147483767" r:id="rId61"/>
    <p:sldMasterId id="2147483769" r:id="rId62"/>
    <p:sldMasterId id="2147483771" r:id="rId63"/>
    <p:sldMasterId id="2147483773" r:id="rId64"/>
    <p:sldMasterId id="2147483775" r:id="rId65"/>
  </p:sldMasterIdLst>
  <p:notesMasterIdLst>
    <p:notesMasterId r:id="rId67"/>
  </p:notesMasterIdLst>
  <p:sldIdLst>
    <p:sldId id="1155" r:id="rId66"/>
    <p:sldId id="263" r:id="rId68"/>
    <p:sldId id="971" r:id="rId69"/>
    <p:sldId id="974" r:id="rId70"/>
    <p:sldId id="977" r:id="rId71"/>
    <p:sldId id="980" r:id="rId72"/>
    <p:sldId id="983" r:id="rId73"/>
    <p:sldId id="986" r:id="rId74"/>
    <p:sldId id="989" r:id="rId75"/>
    <p:sldId id="992" r:id="rId76"/>
    <p:sldId id="995" r:id="rId77"/>
    <p:sldId id="998" r:id="rId78"/>
    <p:sldId id="1001" r:id="rId79"/>
    <p:sldId id="1004" r:id="rId80"/>
    <p:sldId id="1007" r:id="rId81"/>
    <p:sldId id="1010" r:id="rId82"/>
    <p:sldId id="1013" r:id="rId83"/>
    <p:sldId id="1016" r:id="rId84"/>
    <p:sldId id="1019" r:id="rId85"/>
    <p:sldId id="1022" r:id="rId86"/>
    <p:sldId id="1025" r:id="rId87"/>
    <p:sldId id="1028" r:id="rId88"/>
    <p:sldId id="1031" r:id="rId89"/>
    <p:sldId id="1034" r:id="rId90"/>
    <p:sldId id="1037" r:id="rId91"/>
    <p:sldId id="1040" r:id="rId92"/>
    <p:sldId id="1043" r:id="rId93"/>
    <p:sldId id="1046" r:id="rId94"/>
    <p:sldId id="1049" r:id="rId95"/>
    <p:sldId id="1052" r:id="rId96"/>
    <p:sldId id="1055" r:id="rId97"/>
    <p:sldId id="1058" r:id="rId98"/>
    <p:sldId id="1061" r:id="rId99"/>
    <p:sldId id="1064" r:id="rId100"/>
    <p:sldId id="1067" r:id="rId101"/>
    <p:sldId id="1070" r:id="rId102"/>
    <p:sldId id="1073" r:id="rId103"/>
    <p:sldId id="1076" r:id="rId104"/>
    <p:sldId id="1079" r:id="rId105"/>
    <p:sldId id="1082" r:id="rId106"/>
    <p:sldId id="1085" r:id="rId107"/>
    <p:sldId id="1088" r:id="rId108"/>
    <p:sldId id="1091" r:id="rId109"/>
    <p:sldId id="1094" r:id="rId110"/>
    <p:sldId id="1097" r:id="rId111"/>
    <p:sldId id="1100" r:id="rId112"/>
    <p:sldId id="1103" r:id="rId113"/>
    <p:sldId id="1106" r:id="rId114"/>
    <p:sldId id="1109" r:id="rId115"/>
    <p:sldId id="1112" r:id="rId116"/>
    <p:sldId id="1115" r:id="rId117"/>
    <p:sldId id="1118" r:id="rId118"/>
    <p:sldId id="1121" r:id="rId119"/>
    <p:sldId id="1124" r:id="rId120"/>
    <p:sldId id="1127" r:id="rId121"/>
    <p:sldId id="1130" r:id="rId122"/>
    <p:sldId id="1133" r:id="rId123"/>
    <p:sldId id="1136" r:id="rId124"/>
    <p:sldId id="1139" r:id="rId125"/>
    <p:sldId id="1142" r:id="rId126"/>
    <p:sldId id="1145" r:id="rId127"/>
    <p:sldId id="1148" r:id="rId128"/>
    <p:sldId id="1151" r:id="rId129"/>
    <p:sldId id="1154" r:id="rId130"/>
  </p:sldIdLst>
  <p:sldSz cx="10693400" cy="7556500"/>
  <p:notesSz cx="10693400" cy="7556500"/>
  <p:embeddedFontLst>
    <p:embeddedFont>
      <p:font typeface="PITSQT+CMR10" panose="02000500000000000000"/>
      <p:regular r:id="rId134"/>
    </p:embeddedFont>
    <p:embeddedFont>
      <p:font typeface="BFUIBT+CMR7" panose="02000500000000000000"/>
      <p:regular r:id="rId135"/>
    </p:embeddedFont>
    <p:embeddedFont>
      <p:font typeface="NOQEBU+CMBX12" panose="02000500000000000000"/>
      <p:regular r:id="rId136"/>
    </p:embeddedFont>
    <p:embeddedFont>
      <p:font typeface="MGOGON+CMBX12~c" panose="02000500000000000000"/>
      <p:regular r:id="rId137"/>
    </p:embeddedFont>
    <p:embeddedFont>
      <p:font typeface="EINOIT+Helvetica" panose="020B0604020202020204"/>
      <p:regular r:id="rId138"/>
    </p:embeddedFont>
    <p:embeddedFont>
      <p:font typeface="LUSHAS+CMR7" panose="02000500000000000000"/>
      <p:regular r:id="rId139"/>
    </p:embeddedFont>
    <p:embeddedFont>
      <p:font typeface="AIWQKC+CMBX12~c" panose="02000500000000000000"/>
      <p:regular r:id="rId140"/>
    </p:embeddedFont>
    <p:embeddedFont>
      <p:font typeface="WMUUOV+CMBX10" panose="02000500000000000000"/>
      <p:regular r:id="rId141"/>
    </p:embeddedFont>
    <p:embeddedFont>
      <p:font typeface="ULUQEB+CMSY10~25" panose="02000500000000000000"/>
      <p:regular r:id="rId142"/>
    </p:embeddedFont>
    <p:embeddedFont>
      <p:font typeface="LCRFJO+CMR10" panose="02000500000000000000"/>
      <p:regular r:id="rId143"/>
    </p:embeddedFont>
    <p:embeddedFont>
      <p:font typeface="MGBFTV+CMR7" panose="02000500000000000000"/>
      <p:regular r:id="rId144"/>
    </p:embeddedFont>
    <p:embeddedFont>
      <p:font typeface="ETCEVT+CMBX12~c" panose="02000500000000000000"/>
      <p:regular r:id="rId145"/>
    </p:embeddedFont>
    <p:embeddedFont>
      <p:font typeface="GPCPVD+CMBX10" panose="02000500000000000000"/>
      <p:regular r:id="rId146"/>
    </p:embeddedFont>
    <p:embeddedFont>
      <p:font typeface="WUSNIB+Helvetica" panose="020B0604020202020204"/>
      <p:regular r:id="rId147"/>
    </p:embeddedFont>
    <p:embeddedFont>
      <p:font typeface="JOGWVL+CMSY10~25" panose="02000500000000000000"/>
      <p:regular r:id="rId148"/>
    </p:embeddedFont>
    <p:embeddedFont>
      <p:font typeface="IQUKMI+CMR10" panose="02000500000000000000"/>
      <p:regular r:id="rId149"/>
    </p:embeddedFont>
    <p:embeddedFont>
      <p:font typeface="UGMHFF+CMR7" panose="02000500000000000000"/>
      <p:regular r:id="rId150"/>
    </p:embeddedFont>
    <p:embeddedFont>
      <p:font typeface="CUHMWC+CMBX12~c" panose="02000500000000000000"/>
      <p:regular r:id="rId151"/>
    </p:embeddedFont>
    <p:embeddedFont>
      <p:font typeface="LGUOLJ+CMBX10" panose="02000500000000000000"/>
      <p:regular r:id="rId152"/>
    </p:embeddedFont>
    <p:embeddedFont>
      <p:font typeface="HKGUGF+Helvetica" panose="020B0604020202020204"/>
      <p:regular r:id="rId153"/>
    </p:embeddedFont>
    <p:embeddedFont>
      <p:font typeface="TLTICP+CMR7" panose="02000500000000000000"/>
      <p:regular r:id="rId154"/>
    </p:embeddedFont>
    <p:embeddedFont>
      <p:font typeface="KWASBU+CMBX12~c" panose="02000500000000000000"/>
      <p:regular r:id="rId155"/>
    </p:embeddedFont>
    <p:embeddedFont>
      <p:font typeface="ALIOTW+CMBX10" panose="02000500000000000000"/>
      <p:regular r:id="rId156"/>
    </p:embeddedFont>
    <p:embeddedFont>
      <p:font typeface="OSNGJN+Helvetica" panose="020B0604020202020204"/>
      <p:regular r:id="rId157"/>
    </p:embeddedFont>
    <p:embeddedFont>
      <p:font typeface="DGHILQ+CMR10" panose="02000500000000000000"/>
      <p:regular r:id="rId158"/>
    </p:embeddedFont>
    <p:embeddedFont>
      <p:font typeface="ISIKFU+CMR7" panose="02000500000000000000"/>
      <p:regular r:id="rId159"/>
    </p:embeddedFont>
    <p:embeddedFont>
      <p:font typeface="QUPSQV+CMBX12~c" panose="02000500000000000000"/>
      <p:regular r:id="rId160"/>
    </p:embeddedFont>
    <p:embeddedFont>
      <p:font typeface="FLKFHR+Helvetica" panose="020B0604020202020204"/>
      <p:regular r:id="rId161"/>
    </p:embeddedFont>
    <p:embeddedFont>
      <p:font typeface="BDEKJS+CMSY10~25" panose="02000500000000000000"/>
      <p:regular r:id="rId162"/>
    </p:embeddedFont>
    <p:embeddedFont>
      <p:font typeface="FJAMLR+CMR10" panose="02000500000000000000"/>
      <p:regular r:id="rId163"/>
    </p:embeddedFont>
    <p:embeddedFont>
      <p:font typeface="QIURWK+CMR7" panose="02000500000000000000"/>
      <p:regular r:id="rId164"/>
    </p:embeddedFont>
    <p:embeddedFont>
      <p:font typeface="IABHCD+CMBX12~c" panose="02000500000000000000"/>
      <p:regular r:id="rId165"/>
    </p:embeddedFont>
    <p:embeddedFont>
      <p:font typeface="VCNGEB+CMSY10~25" panose="02000500000000000000"/>
      <p:regular r:id="rId166"/>
    </p:embeddedFont>
    <p:embeddedFont>
      <p:font typeface="LOVJHQ+CMR10" panose="02000500000000000000"/>
      <p:regular r:id="rId167"/>
    </p:embeddedFont>
    <p:embeddedFont>
      <p:font typeface="PRFINC+CMR7" panose="02000500000000000000"/>
      <p:regular r:id="rId168"/>
    </p:embeddedFont>
    <p:embeddedFont>
      <p:font typeface="TJFLHR+CMBX10" panose="02000500000000000000"/>
      <p:regular r:id="rId169"/>
    </p:embeddedFont>
    <p:embeddedFont>
      <p:font typeface="VDNSDV+CMSY10~25" panose="02000500000000000000"/>
      <p:regular r:id="rId170"/>
    </p:embeddedFont>
    <p:embeddedFont>
      <p:font typeface="TNDBDK+CMR10" panose="02000500000000000000"/>
      <p:regular r:id="rId171"/>
    </p:embeddedFont>
    <p:embeddedFont>
      <p:font typeface="HDGWUI+CMR7" panose="02000500000000000000"/>
      <p:regular r:id="rId172"/>
    </p:embeddedFont>
    <p:embeddedFont>
      <p:font typeface="Calibri" panose="020F0502020204030204" charset="0"/>
      <p:regular r:id="rId173"/>
      <p:bold r:id="rId174"/>
      <p:italic r:id="rId175"/>
      <p:boldItalic r:id="rId176"/>
    </p:embeddedFont>
    <p:embeddedFont>
      <p:font typeface="BTNRFN+CMBX12~c" panose="02000500000000000000"/>
      <p:regular r:id="rId177"/>
    </p:embeddedFont>
    <p:embeddedFont>
      <p:font typeface="CFGUUD+CMSY10~25" panose="02000500000000000000"/>
      <p:regular r:id="rId178"/>
    </p:embeddedFont>
    <p:embeddedFont>
      <p:font typeface="JPFRVU+CMR10" panose="02000500000000000000"/>
      <p:regular r:id="rId179"/>
    </p:embeddedFont>
    <p:embeddedFont>
      <p:font typeface="ADOBAN+CMR7" panose="02000500000000000000"/>
      <p:regular r:id="rId180"/>
    </p:embeddedFont>
    <p:embeddedFont>
      <p:font typeface="BHFKCI+CMBX12~c" panose="02000500000000000000"/>
      <p:regular r:id="rId181"/>
    </p:embeddedFont>
    <p:embeddedFont>
      <p:font typeface="IRRUEG+Helvetica" panose="020B0604020202020204"/>
      <p:regular r:id="rId182"/>
    </p:embeddedFont>
    <p:embeddedFont>
      <p:font typeface="WVOFHJ+CMR7" panose="02000500000000000000"/>
      <p:regular r:id="rId183"/>
    </p:embeddedFont>
    <p:embeddedFont>
      <p:font typeface="BDPBBV+CMBX12~c" panose="02000500000000000000"/>
      <p:regular r:id="rId184"/>
    </p:embeddedFont>
    <p:embeddedFont>
      <p:font typeface="LPEHRQ+CMSY10~25" panose="02000500000000000000"/>
      <p:regular r:id="rId185"/>
    </p:embeddedFont>
    <p:embeddedFont>
      <p:font typeface="FJPEGF+CMR10" panose="02000500000000000000"/>
      <p:regular r:id="rId186"/>
    </p:embeddedFont>
    <p:embeddedFont>
      <p:font typeface="HBONTF+CMR7" panose="02000500000000000000"/>
      <p:regular r:id="rId187"/>
    </p:embeddedFont>
    <p:embeddedFont>
      <p:font typeface="LFKWDB+CMBX12~c" panose="02000500000000000000"/>
      <p:regular r:id="rId188"/>
    </p:embeddedFont>
    <p:embeddedFont>
      <p:font typeface="EMPDRO+Helvetica" panose="020B0604020202020204"/>
      <p:regular r:id="rId189"/>
    </p:embeddedFont>
    <p:embeddedFont>
      <p:font typeface="ALFUGC+CMR7" panose="02000500000000000000"/>
      <p:regular r:id="rId190"/>
    </p:embeddedFont>
    <p:embeddedFont>
      <p:font typeface="DRQNIA+CMBX12~c" panose="02000500000000000000"/>
      <p:regular r:id="rId191"/>
    </p:embeddedFont>
    <p:embeddedFont>
      <p:font typeface="TQFRJO+CMSSBX10~511" panose="02000500000000000000"/>
      <p:regular r:id="rId192"/>
    </p:embeddedFont>
    <p:embeddedFont>
      <p:font typeface="JRISLD+Helvetica" panose="020B0604020202020204"/>
      <p:regular r:id="rId193"/>
    </p:embeddedFont>
    <p:embeddedFont>
      <p:font typeface="FSDBRR+CMR7" panose="02000500000000000000"/>
      <p:regular r:id="rId194"/>
    </p:embeddedFont>
    <p:embeddedFont>
      <p:font typeface="COIFIL+CMBX12~c" panose="02000500000000000000"/>
      <p:regular r:id="rId195"/>
    </p:embeddedFont>
    <p:embeddedFont>
      <p:font typeface="PGKOBL+CMSY10~25" panose="02000500000000000000"/>
      <p:regular r:id="rId196"/>
    </p:embeddedFont>
    <p:embeddedFont>
      <p:font typeface="KHNWLA+CMR10" panose="02000500000000000000"/>
      <p:regular r:id="rId197"/>
    </p:embeddedFont>
    <p:embeddedFont>
      <p:font typeface="MUJDNG+CMR7" panose="02000500000000000000"/>
      <p:regular r:id="rId198"/>
    </p:embeddedFont>
    <p:embeddedFont>
      <p:font typeface="IDHGTU+CMBX12~c" panose="02000500000000000000"/>
      <p:regular r:id="rId199"/>
    </p:embeddedFont>
    <p:embeddedFont>
      <p:font typeface="MAWLGW+Helvetica" panose="020B0604020202020204"/>
      <p:regular r:id="rId200"/>
    </p:embeddedFont>
    <p:embeddedFont>
      <p:font typeface="HPSJOT+CMR7" panose="02000500000000000000"/>
      <p:regular r:id="rId201"/>
    </p:embeddedFont>
    <p:embeddedFont>
      <p:font typeface="BJRGMK+CMBX12~c" panose="02000500000000000000"/>
      <p:regular r:id="rId202"/>
    </p:embeddedFont>
    <p:embeddedFont>
      <p:font typeface="VKLOOG+Helvetica" panose="020B0604020202020204"/>
      <p:regular r:id="rId203"/>
    </p:embeddedFont>
    <p:embeddedFont>
      <p:font typeface="NTUNIS+CMR7" panose="02000500000000000000"/>
      <p:regular r:id="rId204"/>
    </p:embeddedFont>
    <p:embeddedFont>
      <p:font typeface="PECRAA+CMBX12~c" panose="02000500000000000000"/>
      <p:regular r:id="rId205"/>
    </p:embeddedFont>
    <p:embeddedFont>
      <p:font typeface="NRBGVN+Helvetica" panose="020B0604020202020204"/>
      <p:regular r:id="rId206"/>
    </p:embeddedFont>
    <p:embeddedFont>
      <p:font typeface="LPAFNL+CMR10" panose="02000500000000000000"/>
      <p:regular r:id="rId207"/>
    </p:embeddedFont>
    <p:embeddedFont>
      <p:font typeface="WNPPFW+CMR7" panose="02000500000000000000"/>
      <p:regular r:id="rId208"/>
    </p:embeddedFont>
    <p:embeddedFont>
      <p:font typeface="IQRGWO+CMBX12~c" panose="02000500000000000000"/>
      <p:regular r:id="rId209"/>
    </p:embeddedFont>
    <p:embeddedFont>
      <p:font typeface="DFSQQC+Helvetica-Bold" panose="020B0704020202020204"/>
      <p:bold r:id="rId210"/>
    </p:embeddedFont>
    <p:embeddedFont>
      <p:font typeface="WPIWRE+Helvetica" panose="020B0604020202020204"/>
      <p:regular r:id="rId211"/>
    </p:embeddedFont>
    <p:embeddedFont>
      <p:font typeface="SRGKIP+CMR7" panose="02000500000000000000"/>
      <p:regular r:id="rId212"/>
    </p:embeddedFont>
    <p:embeddedFont>
      <p:font typeface="JPTEDK+CMBX12~c" panose="02000500000000000000"/>
      <p:regular r:id="rId213"/>
    </p:embeddedFont>
    <p:embeddedFont>
      <p:font typeface="HWNNHW+Helvetica" panose="020B0604020202020204"/>
      <p:regular r:id="rId214"/>
    </p:embeddedFont>
    <p:embeddedFont>
      <p:font typeface="RSJCQV+CMSY10~25" panose="02000500000000000000"/>
      <p:regular r:id="rId215"/>
    </p:embeddedFont>
    <p:embeddedFont>
      <p:font typeface="QMGFTI+CMR10" panose="02000500000000000000"/>
      <p:regular r:id="rId216"/>
    </p:embeddedFont>
    <p:embeddedFont>
      <p:font typeface="UNOPTE+CMR7" panose="02000500000000000000"/>
      <p:regular r:id="rId217"/>
    </p:embeddedFont>
    <p:embeddedFont>
      <p:font typeface="MSPLFP+CMBX12~c" panose="02000500000000000000"/>
      <p:regular r:id="rId218"/>
    </p:embeddedFont>
    <p:embeddedFont>
      <p:font typeface="FSJWKW+CMR10" panose="02000500000000000000"/>
      <p:regular r:id="rId219"/>
    </p:embeddedFont>
    <p:embeddedFont>
      <p:font typeface="MEFBGC+CMBX10" panose="02000500000000000000"/>
      <p:regular r:id="rId220"/>
    </p:embeddedFont>
    <p:embeddedFont>
      <p:font typeface="UATDAM+CMSY10~25" panose="02000500000000000000"/>
      <p:regular r:id="rId221"/>
    </p:embeddedFont>
    <p:embeddedFont>
      <p:font typeface="SPGATA+Helvetica" panose="020B0604020202020204"/>
      <p:regular r:id="rId222"/>
    </p:embeddedFont>
    <p:embeddedFont>
      <p:font typeface="DWVTMS+CMTI10" panose="02000500000000000000"/>
      <p:regular r:id="rId223"/>
    </p:embeddedFont>
    <p:embeddedFont>
      <p:font typeface="GVQKLC+CMR7" panose="02000500000000000000"/>
      <p:regular r:id="rId224"/>
    </p:embeddedFont>
    <p:embeddedFont>
      <p:font typeface="GIBTIG+CMBX12~c" panose="02000500000000000000"/>
      <p:regular r:id="rId225"/>
    </p:embeddedFont>
    <p:embeddedFont>
      <p:font typeface="LCGBNQ+CMR10" panose="02000500000000000000"/>
      <p:regular r:id="rId226"/>
    </p:embeddedFont>
    <p:embeddedFont>
      <p:font typeface="WCIEPS+Helvetica" panose="020B0604020202020204"/>
      <p:regular r:id="rId227"/>
    </p:embeddedFont>
    <p:embeddedFont>
      <p:font typeface="MPDAWT+CMSY10~25" panose="02000500000000000000"/>
      <p:regular r:id="rId228"/>
    </p:embeddedFont>
    <p:embeddedFont>
      <p:font typeface="ICIAFC+CMR7" panose="02000500000000000000"/>
      <p:regular r:id="rId229"/>
    </p:embeddedFont>
    <p:embeddedFont>
      <p:font typeface="HIWGKB+CMBX12~c" panose="02000500000000000000"/>
      <p:regular r:id="rId230"/>
    </p:embeddedFont>
    <p:embeddedFont>
      <p:font typeface="MGJGGW+Helvetica" panose="020B0604020202020204"/>
      <p:regular r:id="rId231"/>
    </p:embeddedFont>
    <p:embeddedFont>
      <p:font typeface="KULQOC+CMSY10~25" panose="02000500000000000000"/>
      <p:regular r:id="rId232"/>
    </p:embeddedFont>
    <p:embeddedFont>
      <p:font typeface="BSEKWS+CMBX10" panose="02000500000000000000"/>
      <p:regular r:id="rId233"/>
    </p:embeddedFont>
    <p:embeddedFont>
      <p:font typeface="EAVCOW+CMR10" panose="02000500000000000000"/>
      <p:regular r:id="rId234"/>
    </p:embeddedFont>
    <p:embeddedFont>
      <p:font typeface="OSPNSG+CMTI10" panose="02000500000000000000"/>
      <p:regular r:id="rId235"/>
    </p:embeddedFont>
    <p:embeddedFont>
      <p:font typeface="JKCRUN+CMSS10" panose="02000500000000000000"/>
      <p:regular r:id="rId236"/>
    </p:embeddedFont>
    <p:embeddedFont>
      <p:font typeface="PARWBB+CMR7" panose="02000500000000000000"/>
      <p:regular r:id="rId237"/>
    </p:embeddedFont>
    <p:embeddedFont>
      <p:font typeface="GDCKFG+CMBX12~c" panose="02000500000000000000"/>
      <p:regular r:id="rId238"/>
    </p:embeddedFont>
    <p:embeddedFont>
      <p:font typeface="AODPBS+CMSSBX10" panose="02000500000000000000"/>
      <p:regular r:id="rId239"/>
    </p:embeddedFont>
    <p:embeddedFont>
      <p:font typeface="TADAIF+CMSY10~25" panose="02000500000000000000"/>
      <p:regular r:id="rId240"/>
    </p:embeddedFont>
    <p:embeddedFont>
      <p:font typeface="OPJTSV+CMSS10" panose="02000500000000000000"/>
      <p:regular r:id="rId241"/>
    </p:embeddedFont>
    <p:embeddedFont>
      <p:font typeface="TELTEO+CMBX10" panose="02000500000000000000"/>
      <p:regular r:id="rId242"/>
    </p:embeddedFont>
    <p:embeddedFont>
      <p:font typeface="HHKEPM+CMMI10" panose="02000500000000000000"/>
      <p:regular r:id="rId243"/>
    </p:embeddedFont>
    <p:embeddedFont>
      <p:font typeface="NIOIUL+CMR10" panose="02000500000000000000"/>
      <p:regular r:id="rId244"/>
    </p:embeddedFont>
    <p:embeddedFont>
      <p:font typeface="EBHJPG+CMR7" panose="02000500000000000000"/>
      <p:regular r:id="rId245"/>
    </p:embeddedFont>
    <p:embeddedFont>
      <p:font typeface="TAMWWL+CMBX12~c" panose="02000500000000000000"/>
      <p:regular r:id="rId246"/>
    </p:embeddedFont>
    <p:embeddedFont>
      <p:font typeface="KJKCHP+CMSSBX10~2a4" panose="02000500000000000000"/>
      <p:regular r:id="rId247"/>
    </p:embeddedFont>
    <p:embeddedFont>
      <p:font typeface="GHLJLR+CMSY9" panose="02000500000000000000"/>
      <p:regular r:id="rId248"/>
    </p:embeddedFont>
    <p:embeddedFont>
      <p:font typeface="VPQWDK+CMSS9" panose="02000500000000000000"/>
      <p:regular r:id="rId249"/>
    </p:embeddedFont>
    <p:embeddedFont>
      <p:font typeface="AQEHKL+CMBX9" panose="02000500000000000000"/>
      <p:regular r:id="rId250"/>
    </p:embeddedFont>
    <p:embeddedFont>
      <p:font typeface="HARARM+CMSY10~25" panose="02000500000000000000"/>
      <p:regular r:id="rId251"/>
    </p:embeddedFont>
    <p:embeddedFont>
      <p:font typeface="VWVOPF+CMR10" panose="02000500000000000000"/>
      <p:regular r:id="rId252"/>
    </p:embeddedFont>
    <p:embeddedFont>
      <p:font typeface="QIVJMU+CMR7" panose="02000500000000000000"/>
      <p:regular r:id="rId253"/>
    </p:embeddedFont>
    <p:embeddedFont>
      <p:font typeface="SSORGW+CMBX12~c" panose="02000500000000000000"/>
      <p:regular r:id="rId254"/>
    </p:embeddedFont>
    <p:embeddedFont>
      <p:font typeface="IMQNQT+Helvetica" panose="020B0604020202020204"/>
      <p:regular r:id="rId255"/>
    </p:embeddedFont>
    <p:embeddedFont>
      <p:font typeface="SJMBIK+Helvetica-Bold" panose="020B0704020202020204"/>
      <p:bold r:id="rId256"/>
    </p:embeddedFont>
    <p:embeddedFont>
      <p:font typeface="TIKWMW+CMSY10~25" panose="02000500000000000000"/>
      <p:regular r:id="rId257"/>
    </p:embeddedFont>
    <p:embeddedFont>
      <p:font typeface="BAHTTJ+CMR10" panose="02000500000000000000"/>
      <p:regular r:id="rId258"/>
    </p:embeddedFont>
    <p:embeddedFont>
      <p:font typeface="OKDRIN+CMR7" panose="02000500000000000000"/>
      <p:regular r:id="rId259"/>
    </p:embeddedFont>
    <p:embeddedFont>
      <p:font typeface="PUWKWW+CMBX12~c" panose="02000500000000000000"/>
      <p:regular r:id="rId260"/>
    </p:embeddedFont>
    <p:embeddedFont>
      <p:font typeface="AABRLT+CMR10" panose="02000500000000000000"/>
      <p:regular r:id="rId261"/>
    </p:embeddedFont>
    <p:embeddedFont>
      <p:font typeface="TDCUWA+CMSY10~25" panose="02000500000000000000"/>
      <p:regular r:id="rId262"/>
    </p:embeddedFont>
    <p:embeddedFont>
      <p:font typeface="LGHJBS+CMR7" panose="02000500000000000000"/>
      <p:regular r:id="rId263"/>
    </p:embeddedFont>
    <p:embeddedFont>
      <p:font typeface="RUEOBB+CMBX12~c" panose="02000500000000000000"/>
      <p:regular r:id="rId264"/>
    </p:embeddedFont>
    <p:embeddedFont>
      <p:font typeface="TCLOCI+CMSY10~25" panose="02000500000000000000"/>
      <p:regular r:id="rId265"/>
    </p:embeddedFont>
    <p:embeddedFont>
      <p:font typeface="DLHQTQ+CMR10" panose="02000500000000000000"/>
      <p:regular r:id="rId266"/>
    </p:embeddedFont>
    <p:embeddedFont>
      <p:font typeface="NGCLGM+CMR7" panose="02000500000000000000"/>
      <p:regular r:id="rId267"/>
    </p:embeddedFont>
    <p:embeddedFont>
      <p:font typeface="GGPWDH+CMBX12~c" panose="02000500000000000000"/>
      <p:regular r:id="rId268"/>
    </p:embeddedFont>
    <p:embeddedFont>
      <p:font typeface="AJTLWG+Helvetica" panose="020B0604020202020204"/>
      <p:regular r:id="rId269"/>
    </p:embeddedFont>
    <p:embeddedFont>
      <p:font typeface="GAVSDP+CMSY10~25" panose="02000500000000000000"/>
      <p:regular r:id="rId270"/>
    </p:embeddedFont>
    <p:embeddedFont>
      <p:font typeface="RAKGQP+CMR10" panose="02000500000000000000"/>
      <p:regular r:id="rId271"/>
    </p:embeddedFont>
    <p:embeddedFont>
      <p:font typeface="BKCROA+CMR7" panose="02000500000000000000"/>
      <p:regular r:id="rId272"/>
    </p:embeddedFont>
    <p:embeddedFont>
      <p:font typeface="VMRWCD+CMBX12~c" panose="02000500000000000000"/>
      <p:regular r:id="rId273"/>
    </p:embeddedFont>
    <p:embeddedFont>
      <p:font typeface="MHJSVO+Helvetica" panose="020B0604020202020204"/>
      <p:regular r:id="rId274"/>
    </p:embeddedFont>
    <p:embeddedFont>
      <p:font typeface="OONVAJ+Helvetica-Bold" panose="020B0704020202020204"/>
      <p:bold r:id="rId275"/>
    </p:embeddedFont>
    <p:embeddedFont>
      <p:font typeface="DMRTIF+CMR7" panose="02000500000000000000"/>
      <p:regular r:id="rId276"/>
    </p:embeddedFont>
    <p:embeddedFont>
      <p:font typeface="UERAMF+CMBX12~c" panose="02000500000000000000"/>
      <p:regular r:id="rId277"/>
    </p:embeddedFont>
    <p:embeddedFont>
      <p:font typeface="NEHUMP+Helvetica" panose="020B0604020202020204"/>
      <p:regular r:id="rId278"/>
    </p:embeddedFont>
    <p:embeddedFont>
      <p:font typeface="ASSWUK+Helvetica-Bold" panose="020B0704020202020204"/>
      <p:bold r:id="rId279"/>
    </p:embeddedFont>
    <p:embeddedFont>
      <p:font typeface="KBODSG+CMR7" panose="02000500000000000000"/>
      <p:regular r:id="rId280"/>
    </p:embeddedFont>
    <p:embeddedFont>
      <p:font typeface="RTLRFS+CMBX12~c" panose="02000500000000000000"/>
      <p:regular r:id="rId281"/>
    </p:embeddedFont>
    <p:embeddedFont>
      <p:font typeface="AKRQKG+CMTI10" panose="02000500000000000000"/>
      <p:regular r:id="rId282"/>
    </p:embeddedFont>
    <p:embeddedFont>
      <p:font typeface="SQFJJP+CMR10" panose="02000500000000000000"/>
      <p:regular r:id="rId283"/>
    </p:embeddedFont>
    <p:embeddedFont>
      <p:font typeface="GVQVDV+CMSY10~25" panose="02000500000000000000"/>
      <p:regular r:id="rId284"/>
    </p:embeddedFont>
    <p:embeddedFont>
      <p:font typeface="WDGELO+CMBX10" panose="02000500000000000000"/>
      <p:regular r:id="rId285"/>
    </p:embeddedFont>
    <p:embeddedFont>
      <p:font typeface="HSKVQS+CMR7" panose="02000500000000000000"/>
      <p:regular r:id="rId286"/>
    </p:embeddedFont>
    <p:embeddedFont>
      <p:font typeface="MHRBBH+CMBX12~c" panose="02000500000000000000"/>
      <p:regular r:id="rId287"/>
    </p:embeddedFont>
    <p:embeddedFont>
      <p:font typeface="HKWFPS+CMR10" panose="02000500000000000000"/>
      <p:regular r:id="rId288"/>
    </p:embeddedFont>
    <p:embeddedFont>
      <p:font typeface="HJETOC+CMSY10~25" panose="02000500000000000000"/>
      <p:regular r:id="rId289"/>
    </p:embeddedFont>
    <p:embeddedFont>
      <p:font typeface="LNMNCB+CMBX10" panose="02000500000000000000"/>
      <p:regular r:id="rId290"/>
    </p:embeddedFont>
    <p:embeddedFont>
      <p:font typeface="KNNVHE+CMR7" panose="02000500000000000000"/>
      <p:regular r:id="rId291"/>
    </p:embeddedFont>
    <p:embeddedFont>
      <p:font typeface="JBSWDU+CMBX12~c" panose="02000500000000000000"/>
      <p:regular r:id="rId292"/>
    </p:embeddedFont>
    <p:embeddedFont>
      <p:font typeface="QMWVDR+CMR10" panose="02000500000000000000"/>
      <p:regular r:id="rId293"/>
    </p:embeddedFont>
    <p:embeddedFont>
      <p:font typeface="PUHNAO+CMSY10~25" panose="02000500000000000000"/>
      <p:regular r:id="rId294"/>
    </p:embeddedFont>
    <p:embeddedFont>
      <p:font typeface="LDGQMR+Helvetica" panose="020B0604020202020204"/>
      <p:regular r:id="rId295"/>
    </p:embeddedFont>
    <p:embeddedFont>
      <p:font typeface="EBQQSR+Helvetica-Bold" panose="020B0704020202020204"/>
      <p:bold r:id="rId296"/>
    </p:embeddedFont>
    <p:embeddedFont>
      <p:font typeface="ESPOAF+CMSS10" panose="02000500000000000000"/>
      <p:regular r:id="rId297"/>
    </p:embeddedFont>
    <p:embeddedFont>
      <p:font typeface="DENLEJ+CMR7" panose="02000500000000000000"/>
      <p:regular r:id="rId298"/>
    </p:embeddedFont>
    <p:embeddedFont>
      <p:font typeface="IWSCBF+CMBX12~c" panose="02000500000000000000"/>
      <p:regular r:id="rId299"/>
    </p:embeddedFont>
    <p:embeddedFont>
      <p:font typeface="JGTHPL+Helvetica" panose="020B0604020202020204"/>
      <p:regular r:id="rId300"/>
    </p:embeddedFont>
    <p:embeddedFont>
      <p:font typeface="UARURD+Helvetica-Bold" panose="020B0704020202020204"/>
      <p:bold r:id="rId301"/>
    </p:embeddedFont>
    <p:embeddedFont>
      <p:font typeface="NAMCMS+CMSY10~25" panose="02000500000000000000"/>
      <p:regular r:id="rId302"/>
    </p:embeddedFont>
    <p:embeddedFont>
      <p:font typeface="BULNBP+CMSS10" panose="02000500000000000000"/>
      <p:regular r:id="rId303"/>
    </p:embeddedFont>
    <p:embeddedFont>
      <p:font typeface="KEJWLL+CMR10" panose="02000500000000000000"/>
      <p:regular r:id="rId304"/>
    </p:embeddedFont>
    <p:embeddedFont>
      <p:font typeface="BMFTRE+CMR7" panose="02000500000000000000"/>
      <p:regular r:id="rId305"/>
    </p:embeddedFont>
    <p:embeddedFont>
      <p:font typeface="KRBQKD+CMBX12~c" panose="02000500000000000000"/>
      <p:regular r:id="rId306"/>
    </p:embeddedFont>
    <p:embeddedFont>
      <p:font typeface="AWAKRT+Helvetica" panose="020B0604020202020204"/>
      <p:regular r:id="rId307"/>
    </p:embeddedFont>
    <p:embeddedFont>
      <p:font typeface="TVLCLM+CMR10" panose="02000500000000000000"/>
      <p:regular r:id="rId308"/>
    </p:embeddedFont>
    <p:embeddedFont>
      <p:font typeface="QLWUIM+CMR7" panose="02000500000000000000"/>
      <p:regular r:id="rId309"/>
    </p:embeddedFont>
    <p:embeddedFont>
      <p:font typeface="WOIIWE+CMBX10" panose="02000500000000000000"/>
      <p:regular r:id="rId310"/>
    </p:embeddedFont>
    <p:embeddedFont>
      <p:font typeface="NPOSRM+CMSSBX10~2f4" panose="02000500000000000000"/>
      <p:regular r:id="rId311"/>
    </p:embeddedFont>
    <p:embeddedFont>
      <p:font typeface="WROHFH+CMSS8" panose="02000500000000000000"/>
      <p:regular r:id="rId312"/>
    </p:embeddedFont>
    <p:embeddedFont>
      <p:font typeface="VTHEAL+CMR7" panose="02000500000000000000"/>
      <p:regular r:id="rId313"/>
    </p:embeddedFont>
    <p:embeddedFont>
      <p:font typeface="BESQIR+CMBX10" panose="02000500000000000000"/>
      <p:regular r:id="rId314"/>
    </p:embeddedFont>
    <p:embeddedFont>
      <p:font typeface="HIUEFR+CMSSBX10~2f4" panose="02000500000000000000"/>
      <p:regular r:id="rId315"/>
    </p:embeddedFont>
    <p:embeddedFont>
      <p:font typeface="VAJOJE+CMSS8" panose="02000500000000000000"/>
      <p:regular r:id="rId316"/>
    </p:embeddedFont>
    <p:embeddedFont>
      <p:font typeface="IQRSVM+CMR7" panose="02000500000000000000"/>
      <p:regular r:id="rId317"/>
    </p:embeddedFont>
    <p:embeddedFont>
      <p:font typeface="ICAGLC+CMBX10" panose="02000500000000000000"/>
      <p:regular r:id="rId318"/>
    </p:embeddedFont>
    <p:embeddedFont>
      <p:font typeface="KALMJJ+CMSY10~25" panose="02000500000000000000"/>
      <p:regular r:id="rId319"/>
    </p:embeddedFont>
    <p:embeddedFont>
      <p:font typeface="OGHWCW+CMR10" panose="02000500000000000000"/>
      <p:regular r:id="rId320"/>
    </p:embeddedFont>
    <p:embeddedFont>
      <p:font typeface="ESSEFS+CMR7" panose="02000500000000000000"/>
      <p:regular r:id="rId321"/>
    </p:embeddedFont>
    <p:embeddedFont>
      <p:font typeface="AWJFQK+CMBX12~c" panose="02000500000000000000"/>
      <p:regular r:id="rId322"/>
    </p:embeddedFont>
    <p:embeddedFont>
      <p:font typeface="GGFWPR+Helvetica" panose="020B0604020202020204"/>
      <p:regular r:id="rId323"/>
    </p:embeddedFont>
    <p:embeddedFont>
      <p:font typeface="AEOUEH+CMR10" panose="02000500000000000000"/>
      <p:regular r:id="rId324"/>
    </p:embeddedFont>
    <p:embeddedFont>
      <p:font typeface="PVWSOP+CMSS10" panose="02000500000000000000"/>
      <p:regular r:id="rId325"/>
    </p:embeddedFont>
    <p:embeddedFont>
      <p:font typeface="JKFGTG+CMSY10~25" panose="02000500000000000000"/>
      <p:regular r:id="rId326"/>
    </p:embeddedFont>
    <p:embeddedFont>
      <p:font typeface="MCGIOE+CMR7" panose="02000500000000000000"/>
      <p:regular r:id="rId327"/>
    </p:embeddedFont>
    <p:embeddedFont>
      <p:font typeface="GSFKGM+CMBX12~c" panose="02000500000000000000"/>
      <p:regular r:id="rId328"/>
    </p:embeddedFont>
    <p:embeddedFont>
      <p:font typeface="MIUDCT+CMR10" panose="02000500000000000000"/>
      <p:regular r:id="rId329"/>
    </p:embeddedFont>
    <p:embeddedFont>
      <p:font typeface="LCATEI+CMBX10" panose="02000500000000000000"/>
      <p:regular r:id="rId330"/>
    </p:embeddedFont>
    <p:embeddedFont>
      <p:font typeface="CUMCAI+CMSY10~25" panose="02000500000000000000"/>
      <p:regular r:id="rId331"/>
    </p:embeddedFont>
    <p:embeddedFont>
      <p:font typeface="SLSJMC+CMR7" panose="02000500000000000000"/>
      <p:regular r:id="rId332"/>
    </p:embeddedFont>
    <p:embeddedFont>
      <p:font typeface="ILDFPM+CMBX12~c" panose="02000500000000000000"/>
      <p:regular r:id="rId333"/>
    </p:embeddedFont>
    <p:embeddedFont>
      <p:font typeface="DRSALG+CMR10" panose="02000500000000000000"/>
      <p:regular r:id="rId334"/>
    </p:embeddedFont>
    <p:embeddedFont>
      <p:font typeface="ERPLBR+CMSY10~25" panose="02000500000000000000"/>
      <p:regular r:id="rId335"/>
    </p:embeddedFont>
    <p:embeddedFont>
      <p:font typeface="RHSWWF+CMBX10" panose="02000500000000000000"/>
      <p:regular r:id="rId336"/>
    </p:embeddedFont>
    <p:embeddedFont>
      <p:font typeface="AUKBDB+CMR7" panose="02000500000000000000"/>
      <p:regular r:id="rId337"/>
    </p:embeddedFont>
    <p:embeddedFont>
      <p:font typeface="TRWGUJ+CMBX12~c" panose="02000500000000000000"/>
      <p:regular r:id="rId338"/>
    </p:embeddedFont>
    <p:embeddedFont>
      <p:font typeface="QESUEU+CMSY10~25" panose="02000500000000000000"/>
      <p:regular r:id="rId339"/>
    </p:embeddedFont>
    <p:embeddedFont>
      <p:font typeface="JQSOFQ+CMR10" panose="02000500000000000000"/>
      <p:regular r:id="rId340"/>
    </p:embeddedFont>
    <p:embeddedFont>
      <p:font typeface="BDWHEM+Helvetica" panose="020B0604020202020204"/>
      <p:regular r:id="rId341"/>
    </p:embeddedFont>
    <p:embeddedFont>
      <p:font typeface="RLAOBD+CMR7" panose="02000500000000000000"/>
      <p:regular r:id="rId342"/>
    </p:embeddedFont>
    <p:embeddedFont>
      <p:font typeface="EOUFTS+CMBX12~c" panose="02000500000000000000"/>
      <p:regular r:id="rId343"/>
    </p:embeddedFont>
    <p:embeddedFont>
      <p:font typeface="RCHDEE+CMSY10~25" panose="02000500000000000000"/>
      <p:regular r:id="rId344"/>
    </p:embeddedFont>
    <p:embeddedFont>
      <p:font typeface="LBULVV+CMBX10" panose="02000500000000000000"/>
      <p:regular r:id="rId345"/>
    </p:embeddedFont>
    <p:embeddedFont>
      <p:font typeface="PFHODH+CMR10" panose="02000500000000000000"/>
      <p:regular r:id="rId346"/>
    </p:embeddedFont>
    <p:embeddedFont>
      <p:font typeface="UVRGCM+CMR7" panose="02000500000000000000"/>
      <p:regular r:id="rId347"/>
    </p:embeddedFont>
    <p:embeddedFont>
      <p:font typeface="EDDEDI+CMBX12~c" panose="02000500000000000000"/>
      <p:regular r:id="rId348"/>
    </p:embeddedFont>
    <p:embeddedFont>
      <p:font typeface="PMBRLP+CMSY10~25" panose="02000500000000000000"/>
      <p:regular r:id="rId349"/>
    </p:embeddedFont>
    <p:embeddedFont>
      <p:font typeface="OSUQCD+CMBX10" panose="02000500000000000000"/>
      <p:regular r:id="rId350"/>
    </p:embeddedFont>
    <p:embeddedFont>
      <p:font typeface="UUUGDH+CMR10" panose="02000500000000000000"/>
      <p:regular r:id="rId351"/>
    </p:embeddedFont>
    <p:embeddedFont>
      <p:font typeface="RTNJMS+CMMI10" panose="02000500000000000000"/>
      <p:regular r:id="rId352"/>
    </p:embeddedFont>
    <p:embeddedFont>
      <p:font typeface="FIIWAM+CMR7" panose="02000500000000000000"/>
      <p:regular r:id="rId353"/>
    </p:embeddedFont>
    <p:embeddedFont>
      <p:font typeface="TOFOUP+CMBX12~c" panose="02000500000000000000"/>
      <p:regular r:id="rId354"/>
    </p:embeddedFont>
    <p:embeddedFont>
      <p:font typeface="USCLOM+CMR10" panose="02000500000000000000"/>
      <p:regular r:id="rId355"/>
    </p:embeddedFont>
    <p:embeddedFont>
      <p:font typeface="VRBQJW+CMSY10~25" panose="02000500000000000000"/>
      <p:regular r:id="rId356"/>
    </p:embeddedFont>
    <p:embeddedFont>
      <p:font typeface="RMNWNF+CMBX10" panose="02000500000000000000"/>
      <p:regular r:id="rId357"/>
    </p:embeddedFont>
    <p:embeddedFont>
      <p:font typeface="VEVTFC+CMR7" panose="02000500000000000000"/>
      <p:regular r:id="rId358"/>
    </p:embeddedFont>
    <p:embeddedFont>
      <p:font typeface="JABHKR+CMBX12~c" panose="02000500000000000000"/>
      <p:regular r:id="rId359"/>
    </p:embeddedFont>
    <p:embeddedFont>
      <p:font typeface="KPMKMQ+CMR10" panose="02000500000000000000"/>
      <p:regular r:id="rId360"/>
    </p:embeddedFont>
    <p:embeddedFont>
      <p:font typeface="RCHPKK+CMSY10~25" panose="02000500000000000000"/>
      <p:regular r:id="rId361"/>
    </p:embeddedFont>
    <p:embeddedFont>
      <p:font typeface="OHVQQR+CMR7" panose="02000500000000000000"/>
      <p:regular r:id="rId362"/>
    </p:embeddedFont>
    <p:embeddedFont>
      <p:font typeface="DDQPAI+CMBX12~c" panose="02000500000000000000"/>
      <p:regular r:id="rId363"/>
    </p:embeddedFont>
    <p:embeddedFont>
      <p:font typeface="LJTAFC+CMSY10~25" panose="02000500000000000000"/>
      <p:regular r:id="rId364"/>
    </p:embeddedFont>
    <p:embeddedFont>
      <p:font typeface="NUVRMK+CMBX10" panose="02000500000000000000"/>
      <p:regular r:id="rId365"/>
    </p:embeddedFont>
    <p:embeddedFont>
      <p:font typeface="HWGITS+CMR10" panose="02000500000000000000"/>
      <p:regular r:id="rId366"/>
    </p:embeddedFont>
    <p:embeddedFont>
      <p:font typeface="SCRMMH+CMR7" panose="02000500000000000000"/>
      <p:regular r:id="rId367"/>
    </p:embeddedFont>
    <p:embeddedFont>
      <p:font typeface="ICUBSA+CMBX12~c" panose="02000500000000000000"/>
      <p:regular r:id="rId368"/>
    </p:embeddedFont>
    <p:embeddedFont>
      <p:font typeface="KQKGLO+CMSY10~25" panose="02000500000000000000"/>
      <p:regular r:id="rId369"/>
    </p:embeddedFont>
    <p:embeddedFont>
      <p:font typeface="PDOOCC+CMR10" panose="02000500000000000000"/>
      <p:regular r:id="rId370"/>
    </p:embeddedFont>
    <p:embeddedFont>
      <p:font typeface="RBIMUB+CMBX10" panose="02000500000000000000"/>
      <p:regular r:id="rId371"/>
    </p:embeddedFont>
    <p:embeddedFont>
      <p:font typeface="ODACFC+CMR7" panose="02000500000000000000"/>
      <p:regular r:id="rId372"/>
    </p:embeddedFont>
    <p:embeddedFont>
      <p:font typeface="WLOOFO+CMBX12~c" panose="02000500000000000000"/>
      <p:regular r:id="rId373"/>
    </p:embeddedFont>
    <p:embeddedFont>
      <p:font typeface="TVEDUL+CMSY10~25" panose="02000500000000000000"/>
      <p:regular r:id="rId374"/>
    </p:embeddedFont>
    <p:embeddedFont>
      <p:font typeface="QBUOFC+CMR10" panose="02000500000000000000"/>
      <p:regular r:id="rId375"/>
    </p:embeddedFont>
    <p:embeddedFont>
      <p:font typeface="HFDNDW+CMR7" panose="02000500000000000000"/>
      <p:regular r:id="rId376"/>
    </p:embeddedFont>
    <p:embeddedFont>
      <p:font typeface="ARGVMU+CMBX12~c" panose="02000500000000000000"/>
      <p:regular r:id="rId377"/>
    </p:embeddedFont>
    <p:embeddedFont>
      <p:font typeface="JBRAFA+Helvetica" panose="020B0604020202020204"/>
      <p:regular r:id="rId378"/>
    </p:embeddedFont>
    <p:embeddedFont>
      <p:font typeface="QFEAIF+Helvetica-Bold" panose="020B0704020202020204"/>
      <p:bold r:id="rId379"/>
    </p:embeddedFont>
    <p:embeddedFont>
      <p:font typeface="MKLNKI+CMSY10~25" panose="02000500000000000000"/>
      <p:regular r:id="rId380"/>
    </p:embeddedFont>
    <p:embeddedFont>
      <p:font typeface="KNCDSN+CMR10" panose="02000500000000000000"/>
      <p:regular r:id="rId381"/>
    </p:embeddedFont>
    <p:embeddedFont>
      <p:font typeface="CWREJQ+CMR7" panose="02000500000000000000"/>
      <p:regular r:id="rId382"/>
    </p:embeddedFont>
    <p:embeddedFont>
      <p:font typeface="SQAFUH+CMBX12~c" panose="02000500000000000000"/>
      <p:regular r:id="rId383"/>
    </p:embeddedFont>
    <p:embeddedFont>
      <p:font typeface="ELPOFT+CMSY10~25" panose="02000500000000000000"/>
      <p:regular r:id="rId384"/>
    </p:embeddedFont>
    <p:embeddedFont>
      <p:font typeface="FCCIMJ+CMR10" panose="02000500000000000000"/>
      <p:regular r:id="rId385"/>
    </p:embeddedFont>
    <p:embeddedFont>
      <p:font typeface="DPHLRU+CMR7" panose="02000500000000000000"/>
      <p:regular r:id="rId386"/>
    </p:embeddedFont>
    <p:embeddedFont>
      <p:font typeface="MMTOAD+CMBX12~c" panose="02000500000000000000"/>
      <p:regular r:id="rId387"/>
    </p:embeddedFont>
    <p:embeddedFont>
      <p:font typeface="PHFMTJ+CMSY10~25" panose="02000500000000000000"/>
      <p:regular r:id="rId388"/>
    </p:embeddedFont>
    <p:embeddedFont>
      <p:font typeface="FTTSNE+CMR10" panose="02000500000000000000"/>
      <p:regular r:id="rId389"/>
    </p:embeddedFont>
    <p:embeddedFont>
      <p:font typeface="LQLFVN+CMMI10" panose="02000500000000000000"/>
      <p:regular r:id="rId390"/>
    </p:embeddedFont>
    <p:embeddedFont>
      <p:font typeface="JAQMGF+Helvetica" panose="020B0604020202020204"/>
      <p:regular r:id="rId391"/>
    </p:embeddedFont>
    <p:embeddedFont>
      <p:font typeface="JBDDGW+CMR7" panose="02000500000000000000"/>
      <p:regular r:id="rId392"/>
    </p:embeddedFont>
    <p:embeddedFont>
      <p:font typeface="PJLEEI+CMBX12~c" panose="02000500000000000000"/>
      <p:regular r:id="rId393"/>
    </p:embeddedFont>
    <p:embeddedFont>
      <p:font typeface="KVGLLT+CMR10" panose="02000500000000000000"/>
      <p:regular r:id="rId394"/>
    </p:embeddedFont>
    <p:embeddedFont>
      <p:font typeface="QMERPP+CMSY10~25" panose="02000500000000000000"/>
      <p:regular r:id="rId395"/>
    </p:embeddedFont>
    <p:embeddedFont>
      <p:font typeface="FBUDRW+CMR7" panose="02000500000000000000"/>
      <p:regular r:id="rId396"/>
    </p:embeddedFont>
    <p:embeddedFont>
      <p:font typeface="HABHJO+CMBX12~c" panose="02000500000000000000"/>
      <p:regular r:id="rId397"/>
    </p:embeddedFont>
    <p:embeddedFont>
      <p:font typeface="TQTQAC+Helvetica" panose="020B0604020202020204"/>
      <p:regular r:id="rId398"/>
    </p:embeddedFont>
    <p:embeddedFont>
      <p:font typeface="SFVSLI+CMR10" panose="02000500000000000000"/>
      <p:regular r:id="rId399"/>
    </p:embeddedFont>
    <p:embeddedFont>
      <p:font typeface="TFHTVB+CMR7" panose="02000500000000000000"/>
      <p:regular r:id="rId400"/>
    </p:embeddedFont>
    <p:embeddedFont>
      <p:font typeface="TDVPFU+CMBX12~c" panose="02000500000000000000"/>
      <p:regular r:id="rId401"/>
    </p:embeddedFont>
    <p:embeddedFont>
      <p:font typeface="SSCCBW+Helvetica" panose="020B0604020202020204"/>
      <p:regular r:id="rId402"/>
    </p:embeddedFont>
    <p:embeddedFont>
      <p:font typeface="IGAJWC+CMR10" panose="02000500000000000000"/>
      <p:regular r:id="rId403"/>
    </p:embeddedFont>
    <p:embeddedFont>
      <p:font typeface="MDJESP+CMR7" panose="02000500000000000000"/>
      <p:regular r:id="rId404"/>
    </p:embeddedFont>
    <p:embeddedFont>
      <p:font typeface="JQDCWK+CMBX12~c" panose="02000500000000000000"/>
      <p:regular r:id="rId405"/>
    </p:embeddedFont>
    <p:embeddedFont>
      <p:font typeface="AGUMKI+CMSY10~25" panose="02000500000000000000"/>
      <p:regular r:id="rId406"/>
    </p:embeddedFont>
    <p:embeddedFont>
      <p:font typeface="DISGQH+CMR10" panose="02000500000000000000"/>
      <p:regular r:id="rId407"/>
    </p:embeddedFont>
    <p:embeddedFont>
      <p:font typeface="TTCLMJ+Helvetica" panose="020B0604020202020204"/>
      <p:regular r:id="rId408"/>
    </p:embeddedFont>
    <p:embeddedFont>
      <p:font typeface="WIWHKA+CMR7" panose="02000500000000000000"/>
      <p:regular r:id="rId409"/>
    </p:embeddedFont>
    <p:embeddedFont>
      <p:font typeface="CBHKAR+CMBX12~c" panose="02000500000000000000"/>
      <p:regular r:id="rId410"/>
    </p:embeddedFont>
    <p:embeddedFont>
      <p:font typeface="WAIOAM+CMSY10~25" panose="02000500000000000000"/>
      <p:regular r:id="rId411"/>
    </p:embeddedFont>
    <p:embeddedFont>
      <p:font typeface="ETLRJN+CMR10" panose="02000500000000000000"/>
      <p:regular r:id="rId412"/>
    </p:embeddedFont>
    <p:embeddedFont>
      <p:font typeface="FHJTPC+CMR7" panose="02000500000000000000"/>
      <p:regular r:id="rId413"/>
    </p:embeddedFont>
    <p:embeddedFont>
      <p:font typeface="UREKGA+CMBX12~c" panose="02000500000000000000"/>
      <p:regular r:id="rId414"/>
    </p:embeddedFont>
    <p:embeddedFont>
      <p:font typeface="JGHUBV+CMR10" panose="02000500000000000000"/>
      <p:regular r:id="rId415"/>
    </p:embeddedFont>
    <p:embeddedFont>
      <p:font typeface="UDTUER+CMSY10~25" panose="02000500000000000000"/>
      <p:regular r:id="rId416"/>
    </p:embeddedFont>
    <p:embeddedFont>
      <p:font typeface="IAHEMP+CMTI10" panose="02000500000000000000"/>
      <p:regular r:id="rId417"/>
    </p:embeddedFont>
    <p:embeddedFont>
      <p:font typeface="QIUHCK+CMR7" panose="02000500000000000000"/>
      <p:regular r:id="rId418"/>
    </p:embeddedFont>
    <p:embeddedFont>
      <p:font typeface="EEVHPE+CMBX12~c" panose="02000500000000000000"/>
      <p:regular r:id="rId419"/>
    </p:embeddedFont>
    <p:embeddedFont>
      <p:font typeface="TWGJJV+Helvetica" panose="020B0604020202020204"/>
      <p:regular r:id="rId420"/>
    </p:embeddedFont>
    <p:embeddedFont>
      <p:font typeface="MCRNQC+CMR7" panose="02000500000000000000"/>
      <p:regular r:id="rId421"/>
    </p:embeddedFont>
    <p:embeddedFont>
      <p:font typeface="DUQMTU+CMBX12~c" panose="02000500000000000000"/>
      <p:regular r:id="rId422"/>
    </p:embeddedFont>
    <p:embeddedFont>
      <p:font typeface="OMNRJA+Helvetica" panose="020B0604020202020204"/>
      <p:regular r:id="rId423"/>
    </p:embeddedFont>
    <p:embeddedFont>
      <p:font typeface="OSUOOE+CMR7" panose="02000500000000000000"/>
      <p:regular r:id="rId424"/>
    </p:embeddedFont>
    <p:embeddedFont>
      <p:font typeface="CCKPQB+CMBX12~c" panose="02000500000000000000"/>
      <p:regular r:id="rId425"/>
    </p:embeddedFont>
    <p:embeddedFont>
      <p:font typeface="QOFLMR+Helvetica" panose="020B0604020202020204"/>
      <p:regular r:id="rId426"/>
    </p:embeddedFont>
    <p:embeddedFont>
      <p:font typeface="BHTDSD+CMR7" panose="02000500000000000000"/>
      <p:regular r:id="rId427"/>
    </p:embeddedFont>
    <p:embeddedFont>
      <p:font typeface="VKCRHO+CMBX12~c" panose="02000500000000000000"/>
      <p:regular r:id="rId428"/>
    </p:embeddedFont>
    <p:embeddedFont>
      <p:font typeface="BQVASB+CMSY10~25" panose="02000500000000000000"/>
      <p:regular r:id="rId429"/>
    </p:embeddedFont>
    <p:embeddedFont>
      <p:font typeface="TWIRRL+CMR10" panose="02000500000000000000"/>
      <p:regular r:id="rId430"/>
    </p:embeddedFont>
    <p:embeddedFont>
      <p:font typeface="PFDTLR+CMR7" panose="02000500000000000000"/>
      <p:regular r:id="rId431"/>
    </p:embeddedFont>
    <p:embeddedFont>
      <p:font typeface="Comic Sans MS" panose="030F0702030302020204" pitchFamily="66" charset="0"/>
      <p:regular r:id="rId432"/>
      <p:bold r:id="rId433"/>
      <p:italic r:id="rId434"/>
      <p:boldItalic r:id="rId435"/>
    </p:embeddedFont>
    <p:embeddedFont>
      <p:font typeface="Verdana" panose="020B0604030504040204" pitchFamily="34" charset="0"/>
      <p:regular r:id="rId436"/>
      <p:bold r:id="rId437"/>
      <p:italic r:id="rId438"/>
      <p:boldItalic r:id="rId439"/>
    </p:embeddedFont>
    <p:embeddedFont>
      <p:font typeface="黑体" panose="02010609060101010101" pitchFamily="49" charset="-122"/>
      <p:regular r:id="rId440"/>
    </p:embeddedFont>
  </p:embeddedFontLst>
  <p:custDataLst>
    <p:tags r:id="rId441"/>
  </p:custDataLst>
  <p:defaultTextStyle/>
  <p:extLst>
    <p:ext uri="{EFAFB233-063F-42B5-8137-9DF3F51BA10A}">
      <p15:sldGuideLst xmlns:p15="http://schemas.microsoft.com/office/powerpoint/2012/main">
        <p15:guide id="1" orient="horz" pos="3168" userDrawn="1">
          <p15:clr>
            <a:srgbClr val="A4A3A4"/>
          </p15:clr>
        </p15:guide>
        <p15:guide id="2" pos="24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428" y="-4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33.xml"/><Relationship Id="rId98" Type="http://schemas.openxmlformats.org/officeDocument/2006/relationships/slide" Target="slides/slide32.xml"/><Relationship Id="rId97" Type="http://schemas.openxmlformats.org/officeDocument/2006/relationships/slide" Target="slides/slide31.xml"/><Relationship Id="rId96" Type="http://schemas.openxmlformats.org/officeDocument/2006/relationships/slide" Target="slides/slide30.xml"/><Relationship Id="rId95" Type="http://schemas.openxmlformats.org/officeDocument/2006/relationships/slide" Target="slides/slide29.xml"/><Relationship Id="rId94" Type="http://schemas.openxmlformats.org/officeDocument/2006/relationships/slide" Target="slides/slide28.xml"/><Relationship Id="rId93" Type="http://schemas.openxmlformats.org/officeDocument/2006/relationships/slide" Target="slides/slide27.xml"/><Relationship Id="rId92" Type="http://schemas.openxmlformats.org/officeDocument/2006/relationships/slide" Target="slides/slide26.xml"/><Relationship Id="rId91" Type="http://schemas.openxmlformats.org/officeDocument/2006/relationships/slide" Target="slides/slide25.xml"/><Relationship Id="rId90" Type="http://schemas.openxmlformats.org/officeDocument/2006/relationships/slide" Target="slides/slide24.xml"/><Relationship Id="rId9" Type="http://schemas.openxmlformats.org/officeDocument/2006/relationships/slideMaster" Target="slideMasters/slideMaster8.xml"/><Relationship Id="rId89" Type="http://schemas.openxmlformats.org/officeDocument/2006/relationships/slide" Target="slides/slide23.xml"/><Relationship Id="rId88" Type="http://schemas.openxmlformats.org/officeDocument/2006/relationships/slide" Target="slides/slide22.xml"/><Relationship Id="rId87" Type="http://schemas.openxmlformats.org/officeDocument/2006/relationships/slide" Target="slides/slide21.xml"/><Relationship Id="rId86" Type="http://schemas.openxmlformats.org/officeDocument/2006/relationships/slide" Target="slides/slide20.xml"/><Relationship Id="rId85" Type="http://schemas.openxmlformats.org/officeDocument/2006/relationships/slide" Target="slides/slide19.xml"/><Relationship Id="rId84" Type="http://schemas.openxmlformats.org/officeDocument/2006/relationships/slide" Target="slides/slide18.xml"/><Relationship Id="rId83" Type="http://schemas.openxmlformats.org/officeDocument/2006/relationships/slide" Target="slides/slide17.xml"/><Relationship Id="rId82" Type="http://schemas.openxmlformats.org/officeDocument/2006/relationships/slide" Target="slides/slide16.xml"/><Relationship Id="rId81" Type="http://schemas.openxmlformats.org/officeDocument/2006/relationships/slide" Target="slides/slide15.xml"/><Relationship Id="rId80" Type="http://schemas.openxmlformats.org/officeDocument/2006/relationships/slide" Target="slides/slide14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13.xml"/><Relationship Id="rId78" Type="http://schemas.openxmlformats.org/officeDocument/2006/relationships/slide" Target="slides/slide12.xml"/><Relationship Id="rId77" Type="http://schemas.openxmlformats.org/officeDocument/2006/relationships/slide" Target="slides/slide11.xml"/><Relationship Id="rId76" Type="http://schemas.openxmlformats.org/officeDocument/2006/relationships/slide" Target="slides/slide10.xml"/><Relationship Id="rId75" Type="http://schemas.openxmlformats.org/officeDocument/2006/relationships/slide" Target="slides/slide9.xml"/><Relationship Id="rId74" Type="http://schemas.openxmlformats.org/officeDocument/2006/relationships/slide" Target="slides/slide8.xml"/><Relationship Id="rId73" Type="http://schemas.openxmlformats.org/officeDocument/2006/relationships/slide" Target="slides/slide7.xml"/><Relationship Id="rId72" Type="http://schemas.openxmlformats.org/officeDocument/2006/relationships/slide" Target="slides/slide6.xml"/><Relationship Id="rId71" Type="http://schemas.openxmlformats.org/officeDocument/2006/relationships/slide" Target="slides/slide5.xml"/><Relationship Id="rId70" Type="http://schemas.openxmlformats.org/officeDocument/2006/relationships/slide" Target="slides/slide4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3.xml"/><Relationship Id="rId68" Type="http://schemas.openxmlformats.org/officeDocument/2006/relationships/slide" Target="slides/slide2.xml"/><Relationship Id="rId67" Type="http://schemas.openxmlformats.org/officeDocument/2006/relationships/notesMaster" Target="notesMasters/notesMaster1.xml"/><Relationship Id="rId66" Type="http://schemas.openxmlformats.org/officeDocument/2006/relationships/slide" Target="slides/slide1.xml"/><Relationship Id="rId65" Type="http://schemas.openxmlformats.org/officeDocument/2006/relationships/slideMaster" Target="slideMasters/slideMaster64.xml"/><Relationship Id="rId64" Type="http://schemas.openxmlformats.org/officeDocument/2006/relationships/slideMaster" Target="slideMasters/slideMaster63.xml"/><Relationship Id="rId63" Type="http://schemas.openxmlformats.org/officeDocument/2006/relationships/slideMaster" Target="slideMasters/slideMaster62.xml"/><Relationship Id="rId62" Type="http://schemas.openxmlformats.org/officeDocument/2006/relationships/slideMaster" Target="slideMasters/slideMaster61.xml"/><Relationship Id="rId61" Type="http://schemas.openxmlformats.org/officeDocument/2006/relationships/slideMaster" Target="slideMasters/slideMaster60.xml"/><Relationship Id="rId60" Type="http://schemas.openxmlformats.org/officeDocument/2006/relationships/slideMaster" Target="slideMasters/slideMaster59.xml"/><Relationship Id="rId6" Type="http://schemas.openxmlformats.org/officeDocument/2006/relationships/slideMaster" Target="slideMasters/slideMaster5.xml"/><Relationship Id="rId59" Type="http://schemas.openxmlformats.org/officeDocument/2006/relationships/slideMaster" Target="slideMasters/slideMaster58.xml"/><Relationship Id="rId58" Type="http://schemas.openxmlformats.org/officeDocument/2006/relationships/slideMaster" Target="slideMasters/slideMaster57.xml"/><Relationship Id="rId57" Type="http://schemas.openxmlformats.org/officeDocument/2006/relationships/slideMaster" Target="slideMasters/slideMaster56.xml"/><Relationship Id="rId56" Type="http://schemas.openxmlformats.org/officeDocument/2006/relationships/slideMaster" Target="slideMasters/slideMaster55.xml"/><Relationship Id="rId55" Type="http://schemas.openxmlformats.org/officeDocument/2006/relationships/slideMaster" Target="slideMasters/slideMaster54.xml"/><Relationship Id="rId54" Type="http://schemas.openxmlformats.org/officeDocument/2006/relationships/slideMaster" Target="slideMasters/slideMaster53.xml"/><Relationship Id="rId53" Type="http://schemas.openxmlformats.org/officeDocument/2006/relationships/slideMaster" Target="slideMasters/slideMaster52.xml"/><Relationship Id="rId52" Type="http://schemas.openxmlformats.org/officeDocument/2006/relationships/slideMaster" Target="slideMasters/slideMaster51.xml"/><Relationship Id="rId51" Type="http://schemas.openxmlformats.org/officeDocument/2006/relationships/slideMaster" Target="slideMasters/slideMaster50.xml"/><Relationship Id="rId50" Type="http://schemas.openxmlformats.org/officeDocument/2006/relationships/slideMaster" Target="slideMasters/slideMaster49.xml"/><Relationship Id="rId5" Type="http://schemas.openxmlformats.org/officeDocument/2006/relationships/slideMaster" Target="slideMasters/slideMaster4.xml"/><Relationship Id="rId49" Type="http://schemas.openxmlformats.org/officeDocument/2006/relationships/slideMaster" Target="slideMasters/slideMaster48.xml"/><Relationship Id="rId48" Type="http://schemas.openxmlformats.org/officeDocument/2006/relationships/slideMaster" Target="slideMasters/slideMaster47.xml"/><Relationship Id="rId47" Type="http://schemas.openxmlformats.org/officeDocument/2006/relationships/slideMaster" Target="slideMasters/slideMaster46.xml"/><Relationship Id="rId46" Type="http://schemas.openxmlformats.org/officeDocument/2006/relationships/slideMaster" Target="slideMasters/slideMaster45.xml"/><Relationship Id="rId45" Type="http://schemas.openxmlformats.org/officeDocument/2006/relationships/slideMaster" Target="slideMasters/slideMaster44.xml"/><Relationship Id="rId441" Type="http://schemas.openxmlformats.org/officeDocument/2006/relationships/tags" Target="tags/tag1.xml"/><Relationship Id="rId440" Type="http://schemas.openxmlformats.org/officeDocument/2006/relationships/font" Target="fonts/font307.fntdata"/><Relationship Id="rId44" Type="http://schemas.openxmlformats.org/officeDocument/2006/relationships/slideMaster" Target="slideMasters/slideMaster43.xml"/><Relationship Id="rId439" Type="http://schemas.openxmlformats.org/officeDocument/2006/relationships/font" Target="fonts/font306.fntdata"/><Relationship Id="rId438" Type="http://schemas.openxmlformats.org/officeDocument/2006/relationships/font" Target="fonts/font305.fntdata"/><Relationship Id="rId437" Type="http://schemas.openxmlformats.org/officeDocument/2006/relationships/font" Target="fonts/font304.fntdata"/><Relationship Id="rId436" Type="http://schemas.openxmlformats.org/officeDocument/2006/relationships/font" Target="fonts/font303.fntdata"/><Relationship Id="rId435" Type="http://schemas.openxmlformats.org/officeDocument/2006/relationships/font" Target="fonts/font302.fntdata"/><Relationship Id="rId434" Type="http://schemas.openxmlformats.org/officeDocument/2006/relationships/font" Target="fonts/font301.fntdata"/><Relationship Id="rId433" Type="http://schemas.openxmlformats.org/officeDocument/2006/relationships/font" Target="fonts/font300.fntdata"/><Relationship Id="rId432" Type="http://schemas.openxmlformats.org/officeDocument/2006/relationships/font" Target="fonts/font299.fntdata"/><Relationship Id="rId431" Type="http://schemas.openxmlformats.org/officeDocument/2006/relationships/font" Target="fonts/font298.fntdata"/><Relationship Id="rId430" Type="http://schemas.openxmlformats.org/officeDocument/2006/relationships/font" Target="fonts/font297.fntdata"/><Relationship Id="rId43" Type="http://schemas.openxmlformats.org/officeDocument/2006/relationships/slideMaster" Target="slideMasters/slideMaster42.xml"/><Relationship Id="rId429" Type="http://schemas.openxmlformats.org/officeDocument/2006/relationships/font" Target="fonts/font296.fntdata"/><Relationship Id="rId428" Type="http://schemas.openxmlformats.org/officeDocument/2006/relationships/font" Target="fonts/font295.fntdata"/><Relationship Id="rId427" Type="http://schemas.openxmlformats.org/officeDocument/2006/relationships/font" Target="fonts/font294.fntdata"/><Relationship Id="rId426" Type="http://schemas.openxmlformats.org/officeDocument/2006/relationships/font" Target="fonts/font293.fntdata"/><Relationship Id="rId425" Type="http://schemas.openxmlformats.org/officeDocument/2006/relationships/font" Target="fonts/font292.fntdata"/><Relationship Id="rId424" Type="http://schemas.openxmlformats.org/officeDocument/2006/relationships/font" Target="fonts/font291.fntdata"/><Relationship Id="rId423" Type="http://schemas.openxmlformats.org/officeDocument/2006/relationships/font" Target="fonts/font290.fntdata"/><Relationship Id="rId422" Type="http://schemas.openxmlformats.org/officeDocument/2006/relationships/font" Target="fonts/font289.fntdata"/><Relationship Id="rId421" Type="http://schemas.openxmlformats.org/officeDocument/2006/relationships/font" Target="fonts/font288.fntdata"/><Relationship Id="rId420" Type="http://schemas.openxmlformats.org/officeDocument/2006/relationships/font" Target="fonts/font287.fntdata"/><Relationship Id="rId42" Type="http://schemas.openxmlformats.org/officeDocument/2006/relationships/slideMaster" Target="slideMasters/slideMaster41.xml"/><Relationship Id="rId419" Type="http://schemas.openxmlformats.org/officeDocument/2006/relationships/font" Target="fonts/font286.fntdata"/><Relationship Id="rId418" Type="http://schemas.openxmlformats.org/officeDocument/2006/relationships/font" Target="fonts/font285.fntdata"/><Relationship Id="rId417" Type="http://schemas.openxmlformats.org/officeDocument/2006/relationships/font" Target="fonts/font284.fntdata"/><Relationship Id="rId416" Type="http://schemas.openxmlformats.org/officeDocument/2006/relationships/font" Target="fonts/font283.fntdata"/><Relationship Id="rId415" Type="http://schemas.openxmlformats.org/officeDocument/2006/relationships/font" Target="fonts/font282.fntdata"/><Relationship Id="rId414" Type="http://schemas.openxmlformats.org/officeDocument/2006/relationships/font" Target="fonts/font281.fntdata"/><Relationship Id="rId413" Type="http://schemas.openxmlformats.org/officeDocument/2006/relationships/font" Target="fonts/font280.fntdata"/><Relationship Id="rId412" Type="http://schemas.openxmlformats.org/officeDocument/2006/relationships/font" Target="fonts/font279.fntdata"/><Relationship Id="rId411" Type="http://schemas.openxmlformats.org/officeDocument/2006/relationships/font" Target="fonts/font278.fntdata"/><Relationship Id="rId410" Type="http://schemas.openxmlformats.org/officeDocument/2006/relationships/font" Target="fonts/font277.fntdata"/><Relationship Id="rId41" Type="http://schemas.openxmlformats.org/officeDocument/2006/relationships/slideMaster" Target="slideMasters/slideMaster40.xml"/><Relationship Id="rId409" Type="http://schemas.openxmlformats.org/officeDocument/2006/relationships/font" Target="fonts/font276.fntdata"/><Relationship Id="rId408" Type="http://schemas.openxmlformats.org/officeDocument/2006/relationships/font" Target="fonts/font275.fntdata"/><Relationship Id="rId407" Type="http://schemas.openxmlformats.org/officeDocument/2006/relationships/font" Target="fonts/font274.fntdata"/><Relationship Id="rId406" Type="http://schemas.openxmlformats.org/officeDocument/2006/relationships/font" Target="fonts/font273.fntdata"/><Relationship Id="rId405" Type="http://schemas.openxmlformats.org/officeDocument/2006/relationships/font" Target="fonts/font272.fntdata"/><Relationship Id="rId404" Type="http://schemas.openxmlformats.org/officeDocument/2006/relationships/font" Target="fonts/font271.fntdata"/><Relationship Id="rId403" Type="http://schemas.openxmlformats.org/officeDocument/2006/relationships/font" Target="fonts/font270.fntdata"/><Relationship Id="rId402" Type="http://schemas.openxmlformats.org/officeDocument/2006/relationships/font" Target="fonts/font269.fntdata"/><Relationship Id="rId401" Type="http://schemas.openxmlformats.org/officeDocument/2006/relationships/font" Target="fonts/font268.fntdata"/><Relationship Id="rId400" Type="http://schemas.openxmlformats.org/officeDocument/2006/relationships/font" Target="fonts/font267.fntdata"/><Relationship Id="rId40" Type="http://schemas.openxmlformats.org/officeDocument/2006/relationships/slideMaster" Target="slideMasters/slideMaster39.xml"/><Relationship Id="rId4" Type="http://schemas.openxmlformats.org/officeDocument/2006/relationships/slideMaster" Target="slideMasters/slideMaster3.xml"/><Relationship Id="rId399" Type="http://schemas.openxmlformats.org/officeDocument/2006/relationships/font" Target="fonts/font266.fntdata"/><Relationship Id="rId398" Type="http://schemas.openxmlformats.org/officeDocument/2006/relationships/font" Target="fonts/font265.fntdata"/><Relationship Id="rId397" Type="http://schemas.openxmlformats.org/officeDocument/2006/relationships/font" Target="fonts/font264.fntdata"/><Relationship Id="rId396" Type="http://schemas.openxmlformats.org/officeDocument/2006/relationships/font" Target="fonts/font263.fntdata"/><Relationship Id="rId395" Type="http://schemas.openxmlformats.org/officeDocument/2006/relationships/font" Target="fonts/font262.fntdata"/><Relationship Id="rId394" Type="http://schemas.openxmlformats.org/officeDocument/2006/relationships/font" Target="fonts/font261.fntdata"/><Relationship Id="rId393" Type="http://schemas.openxmlformats.org/officeDocument/2006/relationships/font" Target="fonts/font260.fntdata"/><Relationship Id="rId392" Type="http://schemas.openxmlformats.org/officeDocument/2006/relationships/font" Target="fonts/font259.fntdata"/><Relationship Id="rId391" Type="http://schemas.openxmlformats.org/officeDocument/2006/relationships/font" Target="fonts/font258.fntdata"/><Relationship Id="rId390" Type="http://schemas.openxmlformats.org/officeDocument/2006/relationships/font" Target="fonts/font257.fntdata"/><Relationship Id="rId39" Type="http://schemas.openxmlformats.org/officeDocument/2006/relationships/slideMaster" Target="slideMasters/slideMaster38.xml"/><Relationship Id="rId389" Type="http://schemas.openxmlformats.org/officeDocument/2006/relationships/font" Target="fonts/font256.fntdata"/><Relationship Id="rId388" Type="http://schemas.openxmlformats.org/officeDocument/2006/relationships/font" Target="fonts/font255.fntdata"/><Relationship Id="rId387" Type="http://schemas.openxmlformats.org/officeDocument/2006/relationships/font" Target="fonts/font254.fntdata"/><Relationship Id="rId386" Type="http://schemas.openxmlformats.org/officeDocument/2006/relationships/font" Target="fonts/font253.fntdata"/><Relationship Id="rId385" Type="http://schemas.openxmlformats.org/officeDocument/2006/relationships/font" Target="fonts/font252.fntdata"/><Relationship Id="rId384" Type="http://schemas.openxmlformats.org/officeDocument/2006/relationships/font" Target="fonts/font251.fntdata"/><Relationship Id="rId383" Type="http://schemas.openxmlformats.org/officeDocument/2006/relationships/font" Target="fonts/font250.fntdata"/><Relationship Id="rId382" Type="http://schemas.openxmlformats.org/officeDocument/2006/relationships/font" Target="fonts/font249.fntdata"/><Relationship Id="rId381" Type="http://schemas.openxmlformats.org/officeDocument/2006/relationships/font" Target="fonts/font248.fntdata"/><Relationship Id="rId380" Type="http://schemas.openxmlformats.org/officeDocument/2006/relationships/font" Target="fonts/font247.fntdata"/><Relationship Id="rId38" Type="http://schemas.openxmlformats.org/officeDocument/2006/relationships/slideMaster" Target="slideMasters/slideMaster37.xml"/><Relationship Id="rId379" Type="http://schemas.openxmlformats.org/officeDocument/2006/relationships/font" Target="fonts/font246.fntdata"/><Relationship Id="rId378" Type="http://schemas.openxmlformats.org/officeDocument/2006/relationships/font" Target="fonts/font245.fntdata"/><Relationship Id="rId377" Type="http://schemas.openxmlformats.org/officeDocument/2006/relationships/font" Target="fonts/font244.fntdata"/><Relationship Id="rId376" Type="http://schemas.openxmlformats.org/officeDocument/2006/relationships/font" Target="fonts/font243.fntdata"/><Relationship Id="rId375" Type="http://schemas.openxmlformats.org/officeDocument/2006/relationships/font" Target="fonts/font242.fntdata"/><Relationship Id="rId374" Type="http://schemas.openxmlformats.org/officeDocument/2006/relationships/font" Target="fonts/font241.fntdata"/><Relationship Id="rId373" Type="http://schemas.openxmlformats.org/officeDocument/2006/relationships/font" Target="fonts/font240.fntdata"/><Relationship Id="rId372" Type="http://schemas.openxmlformats.org/officeDocument/2006/relationships/font" Target="fonts/font239.fntdata"/><Relationship Id="rId371" Type="http://schemas.openxmlformats.org/officeDocument/2006/relationships/font" Target="fonts/font238.fntdata"/><Relationship Id="rId370" Type="http://schemas.openxmlformats.org/officeDocument/2006/relationships/font" Target="fonts/font237.fntdata"/><Relationship Id="rId37" Type="http://schemas.openxmlformats.org/officeDocument/2006/relationships/slideMaster" Target="slideMasters/slideMaster36.xml"/><Relationship Id="rId369" Type="http://schemas.openxmlformats.org/officeDocument/2006/relationships/font" Target="fonts/font236.fntdata"/><Relationship Id="rId368" Type="http://schemas.openxmlformats.org/officeDocument/2006/relationships/font" Target="fonts/font235.fntdata"/><Relationship Id="rId367" Type="http://schemas.openxmlformats.org/officeDocument/2006/relationships/font" Target="fonts/font234.fntdata"/><Relationship Id="rId366" Type="http://schemas.openxmlformats.org/officeDocument/2006/relationships/font" Target="fonts/font233.fntdata"/><Relationship Id="rId365" Type="http://schemas.openxmlformats.org/officeDocument/2006/relationships/font" Target="fonts/font232.fntdata"/><Relationship Id="rId364" Type="http://schemas.openxmlformats.org/officeDocument/2006/relationships/font" Target="fonts/font231.fntdata"/><Relationship Id="rId363" Type="http://schemas.openxmlformats.org/officeDocument/2006/relationships/font" Target="fonts/font230.fntdata"/><Relationship Id="rId362" Type="http://schemas.openxmlformats.org/officeDocument/2006/relationships/font" Target="fonts/font229.fntdata"/><Relationship Id="rId361" Type="http://schemas.openxmlformats.org/officeDocument/2006/relationships/font" Target="fonts/font228.fntdata"/><Relationship Id="rId360" Type="http://schemas.openxmlformats.org/officeDocument/2006/relationships/font" Target="fonts/font227.fntdata"/><Relationship Id="rId36" Type="http://schemas.openxmlformats.org/officeDocument/2006/relationships/slideMaster" Target="slideMasters/slideMaster35.xml"/><Relationship Id="rId359" Type="http://schemas.openxmlformats.org/officeDocument/2006/relationships/font" Target="fonts/font226.fntdata"/><Relationship Id="rId358" Type="http://schemas.openxmlformats.org/officeDocument/2006/relationships/font" Target="fonts/font225.fntdata"/><Relationship Id="rId357" Type="http://schemas.openxmlformats.org/officeDocument/2006/relationships/font" Target="fonts/font224.fntdata"/><Relationship Id="rId356" Type="http://schemas.openxmlformats.org/officeDocument/2006/relationships/font" Target="fonts/font223.fntdata"/><Relationship Id="rId355" Type="http://schemas.openxmlformats.org/officeDocument/2006/relationships/font" Target="fonts/font222.fntdata"/><Relationship Id="rId354" Type="http://schemas.openxmlformats.org/officeDocument/2006/relationships/font" Target="fonts/font221.fntdata"/><Relationship Id="rId353" Type="http://schemas.openxmlformats.org/officeDocument/2006/relationships/font" Target="fonts/font220.fntdata"/><Relationship Id="rId352" Type="http://schemas.openxmlformats.org/officeDocument/2006/relationships/font" Target="fonts/font219.fntdata"/><Relationship Id="rId351" Type="http://schemas.openxmlformats.org/officeDocument/2006/relationships/font" Target="fonts/font218.fntdata"/><Relationship Id="rId350" Type="http://schemas.openxmlformats.org/officeDocument/2006/relationships/font" Target="fonts/font217.fntdata"/><Relationship Id="rId35" Type="http://schemas.openxmlformats.org/officeDocument/2006/relationships/slideMaster" Target="slideMasters/slideMaster34.xml"/><Relationship Id="rId349" Type="http://schemas.openxmlformats.org/officeDocument/2006/relationships/font" Target="fonts/font216.fntdata"/><Relationship Id="rId348" Type="http://schemas.openxmlformats.org/officeDocument/2006/relationships/font" Target="fonts/font215.fntdata"/><Relationship Id="rId347" Type="http://schemas.openxmlformats.org/officeDocument/2006/relationships/font" Target="fonts/font214.fntdata"/><Relationship Id="rId346" Type="http://schemas.openxmlformats.org/officeDocument/2006/relationships/font" Target="fonts/font213.fntdata"/><Relationship Id="rId345" Type="http://schemas.openxmlformats.org/officeDocument/2006/relationships/font" Target="fonts/font212.fntdata"/><Relationship Id="rId344" Type="http://schemas.openxmlformats.org/officeDocument/2006/relationships/font" Target="fonts/font211.fntdata"/><Relationship Id="rId343" Type="http://schemas.openxmlformats.org/officeDocument/2006/relationships/font" Target="fonts/font210.fntdata"/><Relationship Id="rId342" Type="http://schemas.openxmlformats.org/officeDocument/2006/relationships/font" Target="fonts/font209.fntdata"/><Relationship Id="rId341" Type="http://schemas.openxmlformats.org/officeDocument/2006/relationships/font" Target="fonts/font208.fntdata"/><Relationship Id="rId340" Type="http://schemas.openxmlformats.org/officeDocument/2006/relationships/font" Target="fonts/font207.fntdata"/><Relationship Id="rId34" Type="http://schemas.openxmlformats.org/officeDocument/2006/relationships/slideMaster" Target="slideMasters/slideMaster33.xml"/><Relationship Id="rId339" Type="http://schemas.openxmlformats.org/officeDocument/2006/relationships/font" Target="fonts/font206.fntdata"/><Relationship Id="rId338" Type="http://schemas.openxmlformats.org/officeDocument/2006/relationships/font" Target="fonts/font205.fntdata"/><Relationship Id="rId337" Type="http://schemas.openxmlformats.org/officeDocument/2006/relationships/font" Target="fonts/font204.fntdata"/><Relationship Id="rId336" Type="http://schemas.openxmlformats.org/officeDocument/2006/relationships/font" Target="fonts/font203.fntdata"/><Relationship Id="rId335" Type="http://schemas.openxmlformats.org/officeDocument/2006/relationships/font" Target="fonts/font202.fntdata"/><Relationship Id="rId334" Type="http://schemas.openxmlformats.org/officeDocument/2006/relationships/font" Target="fonts/font201.fntdata"/><Relationship Id="rId333" Type="http://schemas.openxmlformats.org/officeDocument/2006/relationships/font" Target="fonts/font200.fntdata"/><Relationship Id="rId332" Type="http://schemas.openxmlformats.org/officeDocument/2006/relationships/font" Target="fonts/font199.fntdata"/><Relationship Id="rId331" Type="http://schemas.openxmlformats.org/officeDocument/2006/relationships/font" Target="fonts/font198.fntdata"/><Relationship Id="rId330" Type="http://schemas.openxmlformats.org/officeDocument/2006/relationships/font" Target="fonts/font197.fntdata"/><Relationship Id="rId33" Type="http://schemas.openxmlformats.org/officeDocument/2006/relationships/slideMaster" Target="slideMasters/slideMaster32.xml"/><Relationship Id="rId329" Type="http://schemas.openxmlformats.org/officeDocument/2006/relationships/font" Target="fonts/font196.fntdata"/><Relationship Id="rId328" Type="http://schemas.openxmlformats.org/officeDocument/2006/relationships/font" Target="fonts/font195.fntdata"/><Relationship Id="rId327" Type="http://schemas.openxmlformats.org/officeDocument/2006/relationships/font" Target="fonts/font194.fntdata"/><Relationship Id="rId326" Type="http://schemas.openxmlformats.org/officeDocument/2006/relationships/font" Target="fonts/font193.fntdata"/><Relationship Id="rId325" Type="http://schemas.openxmlformats.org/officeDocument/2006/relationships/font" Target="fonts/font192.fntdata"/><Relationship Id="rId324" Type="http://schemas.openxmlformats.org/officeDocument/2006/relationships/font" Target="fonts/font191.fntdata"/><Relationship Id="rId323" Type="http://schemas.openxmlformats.org/officeDocument/2006/relationships/font" Target="fonts/font190.fntdata"/><Relationship Id="rId322" Type="http://schemas.openxmlformats.org/officeDocument/2006/relationships/font" Target="fonts/font189.fntdata"/><Relationship Id="rId321" Type="http://schemas.openxmlformats.org/officeDocument/2006/relationships/font" Target="fonts/font188.fntdata"/><Relationship Id="rId320" Type="http://schemas.openxmlformats.org/officeDocument/2006/relationships/font" Target="fonts/font187.fntdata"/><Relationship Id="rId32" Type="http://schemas.openxmlformats.org/officeDocument/2006/relationships/slideMaster" Target="slideMasters/slideMaster31.xml"/><Relationship Id="rId319" Type="http://schemas.openxmlformats.org/officeDocument/2006/relationships/font" Target="fonts/font186.fntdata"/><Relationship Id="rId318" Type="http://schemas.openxmlformats.org/officeDocument/2006/relationships/font" Target="fonts/font185.fntdata"/><Relationship Id="rId317" Type="http://schemas.openxmlformats.org/officeDocument/2006/relationships/font" Target="fonts/font184.fntdata"/><Relationship Id="rId316" Type="http://schemas.openxmlformats.org/officeDocument/2006/relationships/font" Target="fonts/font183.fntdata"/><Relationship Id="rId315" Type="http://schemas.openxmlformats.org/officeDocument/2006/relationships/font" Target="fonts/font182.fntdata"/><Relationship Id="rId314" Type="http://schemas.openxmlformats.org/officeDocument/2006/relationships/font" Target="fonts/font181.fntdata"/><Relationship Id="rId313" Type="http://schemas.openxmlformats.org/officeDocument/2006/relationships/font" Target="fonts/font180.fntdata"/><Relationship Id="rId312" Type="http://schemas.openxmlformats.org/officeDocument/2006/relationships/font" Target="fonts/font179.fntdata"/><Relationship Id="rId311" Type="http://schemas.openxmlformats.org/officeDocument/2006/relationships/font" Target="fonts/font178.fntdata"/><Relationship Id="rId310" Type="http://schemas.openxmlformats.org/officeDocument/2006/relationships/font" Target="fonts/font177.fntdata"/><Relationship Id="rId31" Type="http://schemas.openxmlformats.org/officeDocument/2006/relationships/slideMaster" Target="slideMasters/slideMaster30.xml"/><Relationship Id="rId309" Type="http://schemas.openxmlformats.org/officeDocument/2006/relationships/font" Target="fonts/font176.fntdata"/><Relationship Id="rId308" Type="http://schemas.openxmlformats.org/officeDocument/2006/relationships/font" Target="fonts/font175.fntdata"/><Relationship Id="rId307" Type="http://schemas.openxmlformats.org/officeDocument/2006/relationships/font" Target="fonts/font174.fntdata"/><Relationship Id="rId306" Type="http://schemas.openxmlformats.org/officeDocument/2006/relationships/font" Target="fonts/font173.fntdata"/><Relationship Id="rId305" Type="http://schemas.openxmlformats.org/officeDocument/2006/relationships/font" Target="fonts/font172.fntdata"/><Relationship Id="rId304" Type="http://schemas.openxmlformats.org/officeDocument/2006/relationships/font" Target="fonts/font171.fntdata"/><Relationship Id="rId303" Type="http://schemas.openxmlformats.org/officeDocument/2006/relationships/font" Target="fonts/font170.fntdata"/><Relationship Id="rId302" Type="http://schemas.openxmlformats.org/officeDocument/2006/relationships/font" Target="fonts/font169.fntdata"/><Relationship Id="rId301" Type="http://schemas.openxmlformats.org/officeDocument/2006/relationships/font" Target="fonts/font168.fntdata"/><Relationship Id="rId300" Type="http://schemas.openxmlformats.org/officeDocument/2006/relationships/font" Target="fonts/font167.fntdata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9" Type="http://schemas.openxmlformats.org/officeDocument/2006/relationships/font" Target="fonts/font166.fntdata"/><Relationship Id="rId298" Type="http://schemas.openxmlformats.org/officeDocument/2006/relationships/font" Target="fonts/font165.fntdata"/><Relationship Id="rId297" Type="http://schemas.openxmlformats.org/officeDocument/2006/relationships/font" Target="fonts/font164.fntdata"/><Relationship Id="rId296" Type="http://schemas.openxmlformats.org/officeDocument/2006/relationships/font" Target="fonts/font163.fntdata"/><Relationship Id="rId295" Type="http://schemas.openxmlformats.org/officeDocument/2006/relationships/font" Target="fonts/font162.fntdata"/><Relationship Id="rId294" Type="http://schemas.openxmlformats.org/officeDocument/2006/relationships/font" Target="fonts/font161.fntdata"/><Relationship Id="rId293" Type="http://schemas.openxmlformats.org/officeDocument/2006/relationships/font" Target="fonts/font160.fntdata"/><Relationship Id="rId292" Type="http://schemas.openxmlformats.org/officeDocument/2006/relationships/font" Target="fonts/font159.fntdata"/><Relationship Id="rId291" Type="http://schemas.openxmlformats.org/officeDocument/2006/relationships/font" Target="fonts/font158.fntdata"/><Relationship Id="rId290" Type="http://schemas.openxmlformats.org/officeDocument/2006/relationships/font" Target="fonts/font157.fntdata"/><Relationship Id="rId29" Type="http://schemas.openxmlformats.org/officeDocument/2006/relationships/slideMaster" Target="slideMasters/slideMaster28.xml"/><Relationship Id="rId289" Type="http://schemas.openxmlformats.org/officeDocument/2006/relationships/font" Target="fonts/font156.fntdata"/><Relationship Id="rId288" Type="http://schemas.openxmlformats.org/officeDocument/2006/relationships/font" Target="fonts/font155.fntdata"/><Relationship Id="rId287" Type="http://schemas.openxmlformats.org/officeDocument/2006/relationships/font" Target="fonts/font154.fntdata"/><Relationship Id="rId286" Type="http://schemas.openxmlformats.org/officeDocument/2006/relationships/font" Target="fonts/font153.fntdata"/><Relationship Id="rId285" Type="http://schemas.openxmlformats.org/officeDocument/2006/relationships/font" Target="fonts/font152.fntdata"/><Relationship Id="rId284" Type="http://schemas.openxmlformats.org/officeDocument/2006/relationships/font" Target="fonts/font151.fntdata"/><Relationship Id="rId283" Type="http://schemas.openxmlformats.org/officeDocument/2006/relationships/font" Target="fonts/font150.fntdata"/><Relationship Id="rId282" Type="http://schemas.openxmlformats.org/officeDocument/2006/relationships/font" Target="fonts/font149.fntdata"/><Relationship Id="rId281" Type="http://schemas.openxmlformats.org/officeDocument/2006/relationships/font" Target="fonts/font148.fntdata"/><Relationship Id="rId280" Type="http://schemas.openxmlformats.org/officeDocument/2006/relationships/font" Target="fonts/font147.fntdata"/><Relationship Id="rId28" Type="http://schemas.openxmlformats.org/officeDocument/2006/relationships/slideMaster" Target="slideMasters/slideMaster27.xml"/><Relationship Id="rId279" Type="http://schemas.openxmlformats.org/officeDocument/2006/relationships/font" Target="fonts/font146.fntdata"/><Relationship Id="rId278" Type="http://schemas.openxmlformats.org/officeDocument/2006/relationships/font" Target="fonts/font145.fntdata"/><Relationship Id="rId277" Type="http://schemas.openxmlformats.org/officeDocument/2006/relationships/font" Target="fonts/font144.fntdata"/><Relationship Id="rId276" Type="http://schemas.openxmlformats.org/officeDocument/2006/relationships/font" Target="fonts/font143.fntdata"/><Relationship Id="rId275" Type="http://schemas.openxmlformats.org/officeDocument/2006/relationships/font" Target="fonts/font142.fntdata"/><Relationship Id="rId274" Type="http://schemas.openxmlformats.org/officeDocument/2006/relationships/font" Target="fonts/font141.fntdata"/><Relationship Id="rId273" Type="http://schemas.openxmlformats.org/officeDocument/2006/relationships/font" Target="fonts/font140.fntdata"/><Relationship Id="rId272" Type="http://schemas.openxmlformats.org/officeDocument/2006/relationships/font" Target="fonts/font139.fntdata"/><Relationship Id="rId271" Type="http://schemas.openxmlformats.org/officeDocument/2006/relationships/font" Target="fonts/font138.fntdata"/><Relationship Id="rId270" Type="http://schemas.openxmlformats.org/officeDocument/2006/relationships/font" Target="fonts/font137.fntdata"/><Relationship Id="rId27" Type="http://schemas.openxmlformats.org/officeDocument/2006/relationships/slideMaster" Target="slideMasters/slideMaster26.xml"/><Relationship Id="rId269" Type="http://schemas.openxmlformats.org/officeDocument/2006/relationships/font" Target="fonts/font136.fntdata"/><Relationship Id="rId268" Type="http://schemas.openxmlformats.org/officeDocument/2006/relationships/font" Target="fonts/font135.fntdata"/><Relationship Id="rId267" Type="http://schemas.openxmlformats.org/officeDocument/2006/relationships/font" Target="fonts/font134.fntdata"/><Relationship Id="rId266" Type="http://schemas.openxmlformats.org/officeDocument/2006/relationships/font" Target="fonts/font133.fntdata"/><Relationship Id="rId265" Type="http://schemas.openxmlformats.org/officeDocument/2006/relationships/font" Target="fonts/font132.fntdata"/><Relationship Id="rId264" Type="http://schemas.openxmlformats.org/officeDocument/2006/relationships/font" Target="fonts/font131.fntdata"/><Relationship Id="rId263" Type="http://schemas.openxmlformats.org/officeDocument/2006/relationships/font" Target="fonts/font130.fntdata"/><Relationship Id="rId262" Type="http://schemas.openxmlformats.org/officeDocument/2006/relationships/font" Target="fonts/font129.fntdata"/><Relationship Id="rId261" Type="http://schemas.openxmlformats.org/officeDocument/2006/relationships/font" Target="fonts/font128.fntdata"/><Relationship Id="rId260" Type="http://schemas.openxmlformats.org/officeDocument/2006/relationships/font" Target="fonts/font127.fntdata"/><Relationship Id="rId26" Type="http://schemas.openxmlformats.org/officeDocument/2006/relationships/slideMaster" Target="slideMasters/slideMaster25.xml"/><Relationship Id="rId259" Type="http://schemas.openxmlformats.org/officeDocument/2006/relationships/font" Target="fonts/font126.fntdata"/><Relationship Id="rId258" Type="http://schemas.openxmlformats.org/officeDocument/2006/relationships/font" Target="fonts/font125.fntdata"/><Relationship Id="rId257" Type="http://schemas.openxmlformats.org/officeDocument/2006/relationships/font" Target="fonts/font124.fntdata"/><Relationship Id="rId256" Type="http://schemas.openxmlformats.org/officeDocument/2006/relationships/font" Target="fonts/font123.fntdata"/><Relationship Id="rId255" Type="http://schemas.openxmlformats.org/officeDocument/2006/relationships/font" Target="fonts/font122.fntdata"/><Relationship Id="rId254" Type="http://schemas.openxmlformats.org/officeDocument/2006/relationships/font" Target="fonts/font121.fntdata"/><Relationship Id="rId253" Type="http://schemas.openxmlformats.org/officeDocument/2006/relationships/font" Target="fonts/font120.fntdata"/><Relationship Id="rId252" Type="http://schemas.openxmlformats.org/officeDocument/2006/relationships/font" Target="fonts/font119.fntdata"/><Relationship Id="rId251" Type="http://schemas.openxmlformats.org/officeDocument/2006/relationships/font" Target="fonts/font118.fntdata"/><Relationship Id="rId250" Type="http://schemas.openxmlformats.org/officeDocument/2006/relationships/font" Target="fonts/font117.fntdata"/><Relationship Id="rId25" Type="http://schemas.openxmlformats.org/officeDocument/2006/relationships/slideMaster" Target="slideMasters/slideMaster24.xml"/><Relationship Id="rId249" Type="http://schemas.openxmlformats.org/officeDocument/2006/relationships/font" Target="fonts/font116.fntdata"/><Relationship Id="rId248" Type="http://schemas.openxmlformats.org/officeDocument/2006/relationships/font" Target="fonts/font115.fntdata"/><Relationship Id="rId247" Type="http://schemas.openxmlformats.org/officeDocument/2006/relationships/font" Target="fonts/font114.fntdata"/><Relationship Id="rId246" Type="http://schemas.openxmlformats.org/officeDocument/2006/relationships/font" Target="fonts/font113.fntdata"/><Relationship Id="rId245" Type="http://schemas.openxmlformats.org/officeDocument/2006/relationships/font" Target="fonts/font112.fntdata"/><Relationship Id="rId244" Type="http://schemas.openxmlformats.org/officeDocument/2006/relationships/font" Target="fonts/font111.fntdata"/><Relationship Id="rId243" Type="http://schemas.openxmlformats.org/officeDocument/2006/relationships/font" Target="fonts/font110.fntdata"/><Relationship Id="rId242" Type="http://schemas.openxmlformats.org/officeDocument/2006/relationships/font" Target="fonts/font109.fntdata"/><Relationship Id="rId241" Type="http://schemas.openxmlformats.org/officeDocument/2006/relationships/font" Target="fonts/font108.fntdata"/><Relationship Id="rId240" Type="http://schemas.openxmlformats.org/officeDocument/2006/relationships/font" Target="fonts/font107.fntdata"/><Relationship Id="rId24" Type="http://schemas.openxmlformats.org/officeDocument/2006/relationships/slideMaster" Target="slideMasters/slideMaster23.xml"/><Relationship Id="rId239" Type="http://schemas.openxmlformats.org/officeDocument/2006/relationships/font" Target="fonts/font106.fntdata"/><Relationship Id="rId238" Type="http://schemas.openxmlformats.org/officeDocument/2006/relationships/font" Target="fonts/font105.fntdata"/><Relationship Id="rId237" Type="http://schemas.openxmlformats.org/officeDocument/2006/relationships/font" Target="fonts/font104.fntdata"/><Relationship Id="rId236" Type="http://schemas.openxmlformats.org/officeDocument/2006/relationships/font" Target="fonts/font103.fntdata"/><Relationship Id="rId235" Type="http://schemas.openxmlformats.org/officeDocument/2006/relationships/font" Target="fonts/font102.fntdata"/><Relationship Id="rId234" Type="http://schemas.openxmlformats.org/officeDocument/2006/relationships/font" Target="fonts/font101.fntdata"/><Relationship Id="rId233" Type="http://schemas.openxmlformats.org/officeDocument/2006/relationships/font" Target="fonts/font100.fntdata"/><Relationship Id="rId232" Type="http://schemas.openxmlformats.org/officeDocument/2006/relationships/font" Target="fonts/font99.fntdata"/><Relationship Id="rId231" Type="http://schemas.openxmlformats.org/officeDocument/2006/relationships/font" Target="fonts/font98.fntdata"/><Relationship Id="rId230" Type="http://schemas.openxmlformats.org/officeDocument/2006/relationships/font" Target="fonts/font97.fntdata"/><Relationship Id="rId23" Type="http://schemas.openxmlformats.org/officeDocument/2006/relationships/slideMaster" Target="slideMasters/slideMaster22.xml"/><Relationship Id="rId229" Type="http://schemas.openxmlformats.org/officeDocument/2006/relationships/font" Target="fonts/font96.fntdata"/><Relationship Id="rId228" Type="http://schemas.openxmlformats.org/officeDocument/2006/relationships/font" Target="fonts/font95.fntdata"/><Relationship Id="rId227" Type="http://schemas.openxmlformats.org/officeDocument/2006/relationships/font" Target="fonts/font94.fntdata"/><Relationship Id="rId226" Type="http://schemas.openxmlformats.org/officeDocument/2006/relationships/font" Target="fonts/font93.fntdata"/><Relationship Id="rId225" Type="http://schemas.openxmlformats.org/officeDocument/2006/relationships/font" Target="fonts/font92.fntdata"/><Relationship Id="rId224" Type="http://schemas.openxmlformats.org/officeDocument/2006/relationships/font" Target="fonts/font91.fntdata"/><Relationship Id="rId223" Type="http://schemas.openxmlformats.org/officeDocument/2006/relationships/font" Target="fonts/font90.fntdata"/><Relationship Id="rId222" Type="http://schemas.openxmlformats.org/officeDocument/2006/relationships/font" Target="fonts/font89.fntdata"/><Relationship Id="rId221" Type="http://schemas.openxmlformats.org/officeDocument/2006/relationships/font" Target="fonts/font88.fntdata"/><Relationship Id="rId220" Type="http://schemas.openxmlformats.org/officeDocument/2006/relationships/font" Target="fonts/font87.fntdata"/><Relationship Id="rId22" Type="http://schemas.openxmlformats.org/officeDocument/2006/relationships/slideMaster" Target="slideMasters/slideMaster21.xml"/><Relationship Id="rId219" Type="http://schemas.openxmlformats.org/officeDocument/2006/relationships/font" Target="fonts/font86.fntdata"/><Relationship Id="rId218" Type="http://schemas.openxmlformats.org/officeDocument/2006/relationships/font" Target="fonts/font85.fntdata"/><Relationship Id="rId217" Type="http://schemas.openxmlformats.org/officeDocument/2006/relationships/font" Target="fonts/font84.fntdata"/><Relationship Id="rId216" Type="http://schemas.openxmlformats.org/officeDocument/2006/relationships/font" Target="fonts/font83.fntdata"/><Relationship Id="rId215" Type="http://schemas.openxmlformats.org/officeDocument/2006/relationships/font" Target="fonts/font82.fntdata"/><Relationship Id="rId214" Type="http://schemas.openxmlformats.org/officeDocument/2006/relationships/font" Target="fonts/font81.fntdata"/><Relationship Id="rId213" Type="http://schemas.openxmlformats.org/officeDocument/2006/relationships/font" Target="fonts/font80.fntdata"/><Relationship Id="rId212" Type="http://schemas.openxmlformats.org/officeDocument/2006/relationships/font" Target="fonts/font79.fntdata"/><Relationship Id="rId211" Type="http://schemas.openxmlformats.org/officeDocument/2006/relationships/font" Target="fonts/font78.fntdata"/><Relationship Id="rId210" Type="http://schemas.openxmlformats.org/officeDocument/2006/relationships/font" Target="fonts/font77.fntdata"/><Relationship Id="rId21" Type="http://schemas.openxmlformats.org/officeDocument/2006/relationships/slideMaster" Target="slideMasters/slideMaster20.xml"/><Relationship Id="rId209" Type="http://schemas.openxmlformats.org/officeDocument/2006/relationships/font" Target="fonts/font76.fntdata"/><Relationship Id="rId208" Type="http://schemas.openxmlformats.org/officeDocument/2006/relationships/font" Target="fonts/font75.fntdata"/><Relationship Id="rId207" Type="http://schemas.openxmlformats.org/officeDocument/2006/relationships/font" Target="fonts/font74.fntdata"/><Relationship Id="rId206" Type="http://schemas.openxmlformats.org/officeDocument/2006/relationships/font" Target="fonts/font73.fntdata"/><Relationship Id="rId205" Type="http://schemas.openxmlformats.org/officeDocument/2006/relationships/font" Target="fonts/font72.fntdata"/><Relationship Id="rId204" Type="http://schemas.openxmlformats.org/officeDocument/2006/relationships/font" Target="fonts/font71.fntdata"/><Relationship Id="rId203" Type="http://schemas.openxmlformats.org/officeDocument/2006/relationships/font" Target="fonts/font70.fntdata"/><Relationship Id="rId202" Type="http://schemas.openxmlformats.org/officeDocument/2006/relationships/font" Target="fonts/font69.fntdata"/><Relationship Id="rId201" Type="http://schemas.openxmlformats.org/officeDocument/2006/relationships/font" Target="fonts/font68.fntdata"/><Relationship Id="rId200" Type="http://schemas.openxmlformats.org/officeDocument/2006/relationships/font" Target="fonts/font67.fntdata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9" Type="http://schemas.openxmlformats.org/officeDocument/2006/relationships/font" Target="fonts/font66.fntdata"/><Relationship Id="rId198" Type="http://schemas.openxmlformats.org/officeDocument/2006/relationships/font" Target="fonts/font65.fntdata"/><Relationship Id="rId197" Type="http://schemas.openxmlformats.org/officeDocument/2006/relationships/font" Target="fonts/font64.fntdata"/><Relationship Id="rId196" Type="http://schemas.openxmlformats.org/officeDocument/2006/relationships/font" Target="fonts/font63.fntdata"/><Relationship Id="rId195" Type="http://schemas.openxmlformats.org/officeDocument/2006/relationships/font" Target="fonts/font62.fntdata"/><Relationship Id="rId194" Type="http://schemas.openxmlformats.org/officeDocument/2006/relationships/font" Target="fonts/font61.fntdata"/><Relationship Id="rId193" Type="http://schemas.openxmlformats.org/officeDocument/2006/relationships/font" Target="fonts/font60.fntdata"/><Relationship Id="rId192" Type="http://schemas.openxmlformats.org/officeDocument/2006/relationships/font" Target="fonts/font59.fntdata"/><Relationship Id="rId191" Type="http://schemas.openxmlformats.org/officeDocument/2006/relationships/font" Target="fonts/font58.fntdata"/><Relationship Id="rId190" Type="http://schemas.openxmlformats.org/officeDocument/2006/relationships/font" Target="fonts/font57.fntdata"/><Relationship Id="rId19" Type="http://schemas.openxmlformats.org/officeDocument/2006/relationships/slideMaster" Target="slideMasters/slideMaster18.xml"/><Relationship Id="rId189" Type="http://schemas.openxmlformats.org/officeDocument/2006/relationships/font" Target="fonts/font56.fntdata"/><Relationship Id="rId188" Type="http://schemas.openxmlformats.org/officeDocument/2006/relationships/font" Target="fonts/font55.fntdata"/><Relationship Id="rId187" Type="http://schemas.openxmlformats.org/officeDocument/2006/relationships/font" Target="fonts/font54.fntdata"/><Relationship Id="rId186" Type="http://schemas.openxmlformats.org/officeDocument/2006/relationships/font" Target="fonts/font53.fntdata"/><Relationship Id="rId185" Type="http://schemas.openxmlformats.org/officeDocument/2006/relationships/font" Target="fonts/font52.fntdata"/><Relationship Id="rId184" Type="http://schemas.openxmlformats.org/officeDocument/2006/relationships/font" Target="fonts/font51.fntdata"/><Relationship Id="rId183" Type="http://schemas.openxmlformats.org/officeDocument/2006/relationships/font" Target="fonts/font50.fntdata"/><Relationship Id="rId182" Type="http://schemas.openxmlformats.org/officeDocument/2006/relationships/font" Target="fonts/font49.fntdata"/><Relationship Id="rId181" Type="http://schemas.openxmlformats.org/officeDocument/2006/relationships/font" Target="fonts/font48.fntdata"/><Relationship Id="rId180" Type="http://schemas.openxmlformats.org/officeDocument/2006/relationships/font" Target="fonts/font47.fntdata"/><Relationship Id="rId18" Type="http://schemas.openxmlformats.org/officeDocument/2006/relationships/slideMaster" Target="slideMasters/slideMaster17.xml"/><Relationship Id="rId179" Type="http://schemas.openxmlformats.org/officeDocument/2006/relationships/font" Target="fonts/font46.fntdata"/><Relationship Id="rId178" Type="http://schemas.openxmlformats.org/officeDocument/2006/relationships/font" Target="fonts/font45.fntdata"/><Relationship Id="rId177" Type="http://schemas.openxmlformats.org/officeDocument/2006/relationships/font" Target="fonts/font44.fntdata"/><Relationship Id="rId176" Type="http://schemas.openxmlformats.org/officeDocument/2006/relationships/font" Target="fonts/font43.fntdata"/><Relationship Id="rId175" Type="http://schemas.openxmlformats.org/officeDocument/2006/relationships/font" Target="fonts/font42.fntdata"/><Relationship Id="rId174" Type="http://schemas.openxmlformats.org/officeDocument/2006/relationships/font" Target="fonts/font41.fntdata"/><Relationship Id="rId173" Type="http://schemas.openxmlformats.org/officeDocument/2006/relationships/font" Target="fonts/font40.fntdata"/><Relationship Id="rId172" Type="http://schemas.openxmlformats.org/officeDocument/2006/relationships/font" Target="fonts/font39.fntdata"/><Relationship Id="rId171" Type="http://schemas.openxmlformats.org/officeDocument/2006/relationships/font" Target="fonts/font38.fntdata"/><Relationship Id="rId170" Type="http://schemas.openxmlformats.org/officeDocument/2006/relationships/font" Target="fonts/font37.fntdata"/><Relationship Id="rId17" Type="http://schemas.openxmlformats.org/officeDocument/2006/relationships/slideMaster" Target="slideMasters/slideMaster16.xml"/><Relationship Id="rId169" Type="http://schemas.openxmlformats.org/officeDocument/2006/relationships/font" Target="fonts/font36.fntdata"/><Relationship Id="rId168" Type="http://schemas.openxmlformats.org/officeDocument/2006/relationships/font" Target="fonts/font35.fntdata"/><Relationship Id="rId167" Type="http://schemas.openxmlformats.org/officeDocument/2006/relationships/font" Target="fonts/font34.fntdata"/><Relationship Id="rId166" Type="http://schemas.openxmlformats.org/officeDocument/2006/relationships/font" Target="fonts/font33.fntdata"/><Relationship Id="rId165" Type="http://schemas.openxmlformats.org/officeDocument/2006/relationships/font" Target="fonts/font32.fntdata"/><Relationship Id="rId164" Type="http://schemas.openxmlformats.org/officeDocument/2006/relationships/font" Target="fonts/font31.fntdata"/><Relationship Id="rId163" Type="http://schemas.openxmlformats.org/officeDocument/2006/relationships/font" Target="fonts/font30.fntdata"/><Relationship Id="rId162" Type="http://schemas.openxmlformats.org/officeDocument/2006/relationships/font" Target="fonts/font29.fntdata"/><Relationship Id="rId161" Type="http://schemas.openxmlformats.org/officeDocument/2006/relationships/font" Target="fonts/font28.fntdata"/><Relationship Id="rId160" Type="http://schemas.openxmlformats.org/officeDocument/2006/relationships/font" Target="fonts/font27.fntdata"/><Relationship Id="rId16" Type="http://schemas.openxmlformats.org/officeDocument/2006/relationships/slideMaster" Target="slideMasters/slideMaster15.xml"/><Relationship Id="rId159" Type="http://schemas.openxmlformats.org/officeDocument/2006/relationships/font" Target="fonts/font26.fntdata"/><Relationship Id="rId158" Type="http://schemas.openxmlformats.org/officeDocument/2006/relationships/font" Target="fonts/font25.fntdata"/><Relationship Id="rId157" Type="http://schemas.openxmlformats.org/officeDocument/2006/relationships/font" Target="fonts/font24.fntdata"/><Relationship Id="rId156" Type="http://schemas.openxmlformats.org/officeDocument/2006/relationships/font" Target="fonts/font23.fntdata"/><Relationship Id="rId155" Type="http://schemas.openxmlformats.org/officeDocument/2006/relationships/font" Target="fonts/font22.fntdata"/><Relationship Id="rId154" Type="http://schemas.openxmlformats.org/officeDocument/2006/relationships/font" Target="fonts/font21.fntdata"/><Relationship Id="rId153" Type="http://schemas.openxmlformats.org/officeDocument/2006/relationships/font" Target="fonts/font20.fntdata"/><Relationship Id="rId152" Type="http://schemas.openxmlformats.org/officeDocument/2006/relationships/font" Target="fonts/font19.fntdata"/><Relationship Id="rId151" Type="http://schemas.openxmlformats.org/officeDocument/2006/relationships/font" Target="fonts/font18.fntdata"/><Relationship Id="rId150" Type="http://schemas.openxmlformats.org/officeDocument/2006/relationships/font" Target="fonts/font17.fntdata"/><Relationship Id="rId15" Type="http://schemas.openxmlformats.org/officeDocument/2006/relationships/slideMaster" Target="slideMasters/slideMaster14.xml"/><Relationship Id="rId149" Type="http://schemas.openxmlformats.org/officeDocument/2006/relationships/font" Target="fonts/font16.fntdata"/><Relationship Id="rId148" Type="http://schemas.openxmlformats.org/officeDocument/2006/relationships/font" Target="fonts/font15.fntdata"/><Relationship Id="rId147" Type="http://schemas.openxmlformats.org/officeDocument/2006/relationships/font" Target="fonts/font14.fntdata"/><Relationship Id="rId146" Type="http://schemas.openxmlformats.org/officeDocument/2006/relationships/font" Target="fonts/font13.fntdata"/><Relationship Id="rId145" Type="http://schemas.openxmlformats.org/officeDocument/2006/relationships/font" Target="fonts/font12.fntdata"/><Relationship Id="rId144" Type="http://schemas.openxmlformats.org/officeDocument/2006/relationships/font" Target="fonts/font11.fntdata"/><Relationship Id="rId143" Type="http://schemas.openxmlformats.org/officeDocument/2006/relationships/font" Target="fonts/font10.fntdata"/><Relationship Id="rId142" Type="http://schemas.openxmlformats.org/officeDocument/2006/relationships/font" Target="fonts/font9.fntdata"/><Relationship Id="rId141" Type="http://schemas.openxmlformats.org/officeDocument/2006/relationships/font" Target="fonts/font8.fntdata"/><Relationship Id="rId140" Type="http://schemas.openxmlformats.org/officeDocument/2006/relationships/font" Target="fonts/font7.fntdata"/><Relationship Id="rId14" Type="http://schemas.openxmlformats.org/officeDocument/2006/relationships/slideMaster" Target="slideMasters/slideMaster13.xml"/><Relationship Id="rId139" Type="http://schemas.openxmlformats.org/officeDocument/2006/relationships/font" Target="fonts/font6.fntdata"/><Relationship Id="rId138" Type="http://schemas.openxmlformats.org/officeDocument/2006/relationships/font" Target="fonts/font5.fntdata"/><Relationship Id="rId137" Type="http://schemas.openxmlformats.org/officeDocument/2006/relationships/font" Target="fonts/font4.fntdata"/><Relationship Id="rId136" Type="http://schemas.openxmlformats.org/officeDocument/2006/relationships/font" Target="fonts/font3.fntdata"/><Relationship Id="rId135" Type="http://schemas.openxmlformats.org/officeDocument/2006/relationships/font" Target="fonts/font2.fntdata"/><Relationship Id="rId134" Type="http://schemas.openxmlformats.org/officeDocument/2006/relationships/font" Target="fonts/font1.fntdata"/><Relationship Id="rId133" Type="http://schemas.openxmlformats.org/officeDocument/2006/relationships/tableStyles" Target="tableStyles.xml"/><Relationship Id="rId132" Type="http://schemas.openxmlformats.org/officeDocument/2006/relationships/viewProps" Target="viewProps.xml"/><Relationship Id="rId131" Type="http://schemas.openxmlformats.org/officeDocument/2006/relationships/presProps" Target="presProps.xml"/><Relationship Id="rId130" Type="http://schemas.openxmlformats.org/officeDocument/2006/relationships/slide" Target="slides/slide64.xml"/><Relationship Id="rId13" Type="http://schemas.openxmlformats.org/officeDocument/2006/relationships/slideMaster" Target="slideMasters/slideMaster12.xml"/><Relationship Id="rId129" Type="http://schemas.openxmlformats.org/officeDocument/2006/relationships/slide" Target="slides/slide63.xml"/><Relationship Id="rId128" Type="http://schemas.openxmlformats.org/officeDocument/2006/relationships/slide" Target="slides/slide62.xml"/><Relationship Id="rId127" Type="http://schemas.openxmlformats.org/officeDocument/2006/relationships/slide" Target="slides/slide61.xml"/><Relationship Id="rId126" Type="http://schemas.openxmlformats.org/officeDocument/2006/relationships/slide" Target="slides/slide60.xml"/><Relationship Id="rId125" Type="http://schemas.openxmlformats.org/officeDocument/2006/relationships/slide" Target="slides/slide59.xml"/><Relationship Id="rId124" Type="http://schemas.openxmlformats.org/officeDocument/2006/relationships/slide" Target="slides/slide58.xml"/><Relationship Id="rId123" Type="http://schemas.openxmlformats.org/officeDocument/2006/relationships/slide" Target="slides/slide57.xml"/><Relationship Id="rId122" Type="http://schemas.openxmlformats.org/officeDocument/2006/relationships/slide" Target="slides/slide56.xml"/><Relationship Id="rId121" Type="http://schemas.openxmlformats.org/officeDocument/2006/relationships/slide" Target="slides/slide55.xml"/><Relationship Id="rId120" Type="http://schemas.openxmlformats.org/officeDocument/2006/relationships/slide" Target="slides/slide54.xml"/><Relationship Id="rId12" Type="http://schemas.openxmlformats.org/officeDocument/2006/relationships/slideMaster" Target="slideMasters/slideMaster11.xml"/><Relationship Id="rId119" Type="http://schemas.openxmlformats.org/officeDocument/2006/relationships/slide" Target="slides/slide53.xml"/><Relationship Id="rId118" Type="http://schemas.openxmlformats.org/officeDocument/2006/relationships/slide" Target="slides/slide52.xml"/><Relationship Id="rId117" Type="http://schemas.openxmlformats.org/officeDocument/2006/relationships/slide" Target="slides/slide51.xml"/><Relationship Id="rId116" Type="http://schemas.openxmlformats.org/officeDocument/2006/relationships/slide" Target="slides/slide50.xml"/><Relationship Id="rId115" Type="http://schemas.openxmlformats.org/officeDocument/2006/relationships/slide" Target="slides/slide49.xml"/><Relationship Id="rId114" Type="http://schemas.openxmlformats.org/officeDocument/2006/relationships/slide" Target="slides/slide48.xml"/><Relationship Id="rId113" Type="http://schemas.openxmlformats.org/officeDocument/2006/relationships/slide" Target="slides/slide47.xml"/><Relationship Id="rId112" Type="http://schemas.openxmlformats.org/officeDocument/2006/relationships/slide" Target="slides/slide46.xml"/><Relationship Id="rId111" Type="http://schemas.openxmlformats.org/officeDocument/2006/relationships/slide" Target="slides/slide45.xml"/><Relationship Id="rId110" Type="http://schemas.openxmlformats.org/officeDocument/2006/relationships/slide" Target="slides/slide44.xml"/><Relationship Id="rId11" Type="http://schemas.openxmlformats.org/officeDocument/2006/relationships/slideMaster" Target="slideMasters/slideMaster10.xml"/><Relationship Id="rId109" Type="http://schemas.openxmlformats.org/officeDocument/2006/relationships/slide" Target="slides/slide43.xml"/><Relationship Id="rId108" Type="http://schemas.openxmlformats.org/officeDocument/2006/relationships/slide" Target="slides/slide42.xml"/><Relationship Id="rId107" Type="http://schemas.openxmlformats.org/officeDocument/2006/relationships/slide" Target="slides/slide41.xml"/><Relationship Id="rId106" Type="http://schemas.openxmlformats.org/officeDocument/2006/relationships/slide" Target="slides/slide40.xml"/><Relationship Id="rId105" Type="http://schemas.openxmlformats.org/officeDocument/2006/relationships/slide" Target="slides/slide39.xml"/><Relationship Id="rId104" Type="http://schemas.openxmlformats.org/officeDocument/2006/relationships/slide" Target="slides/slide38.xml"/><Relationship Id="rId103" Type="http://schemas.openxmlformats.org/officeDocument/2006/relationships/slide" Target="slides/slide37.xml"/><Relationship Id="rId102" Type="http://schemas.openxmlformats.org/officeDocument/2006/relationships/slide" Target="slides/slide36.xml"/><Relationship Id="rId101" Type="http://schemas.openxmlformats.org/officeDocument/2006/relationships/slide" Target="slides/slide35.xml"/><Relationship Id="rId100" Type="http://schemas.openxmlformats.org/officeDocument/2006/relationships/slide" Target="slides/slide34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225306" cy="3133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9444619" y="0"/>
            <a:ext cx="7225306" cy="3133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463509" y="780576"/>
            <a:ext cx="3746765" cy="210755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667378" y="3005217"/>
            <a:ext cx="13339026" cy="24588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5931293"/>
            <a:ext cx="7225306" cy="3133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9444619" y="5931293"/>
            <a:ext cx="7225306" cy="3133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  <p:sp>
        <p:nvSpPr>
          <p:cNvPr id="512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512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02005" y="2347413"/>
            <a:ext cx="9089390" cy="161975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04010" y="4282017"/>
            <a:ext cx="7485380" cy="1931106"/>
          </a:xfrm>
        </p:spPr>
        <p:txBody>
          <a:bodyPr/>
          <a:lstStyle>
            <a:lvl1pPr marL="0" indent="0" algn="ctr">
              <a:buNone/>
              <a:defRPr/>
            </a:lvl1pPr>
            <a:lvl2pPr marL="503555" indent="0" algn="ctr">
              <a:buNone/>
              <a:defRPr/>
            </a:lvl2pPr>
            <a:lvl3pPr marL="1007745" indent="0" algn="ctr">
              <a:buNone/>
              <a:defRPr/>
            </a:lvl3pPr>
            <a:lvl4pPr marL="1511300" indent="0" algn="ctr">
              <a:buNone/>
              <a:defRPr/>
            </a:lvl4pPr>
            <a:lvl5pPr marL="2014855" indent="0" algn="ctr">
              <a:buNone/>
              <a:defRPr/>
            </a:lvl5pPr>
            <a:lvl6pPr marL="2519045" indent="0" algn="ctr">
              <a:buNone/>
              <a:defRPr/>
            </a:lvl6pPr>
            <a:lvl7pPr marL="3022600" indent="0" algn="ctr">
              <a:buNone/>
              <a:defRPr/>
            </a:lvl7pPr>
            <a:lvl8pPr marL="3526155" indent="0" algn="ctr">
              <a:buNone/>
              <a:defRPr/>
            </a:lvl8pPr>
            <a:lvl9pPr marL="4030345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1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2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3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4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5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6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7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8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9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20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1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2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3.xml"/></Relationships>
</file>

<file path=ppt/slideMasters/_rels/slideMaster23.xml.rels><?xml version="1.0" encoding="UTF-8" standalone="yes"?>
<Relationships xmlns="http://schemas.openxmlformats.org/package/2006/relationships"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4.xml"/></Relationships>
</file>

<file path=ppt/slideMasters/_rels/slideMaster24.xml.rels><?xml version="1.0" encoding="UTF-8" standalone="yes"?>
<Relationships xmlns="http://schemas.openxmlformats.org/package/2006/relationships"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25.xml"/></Relationships>
</file>

<file path=ppt/slideMasters/_rels/slideMaster25.xml.rels><?xml version="1.0" encoding="UTF-8" standalone="yes"?>
<Relationships xmlns="http://schemas.openxmlformats.org/package/2006/relationships"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26.xml"/></Relationships>
</file>

<file path=ppt/slideMasters/_rels/slideMaster26.xml.rels><?xml version="1.0" encoding="UTF-8" standalone="yes"?>
<Relationships xmlns="http://schemas.openxmlformats.org/package/2006/relationships"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27.xml"/></Relationships>
</file>

<file path=ppt/slideMasters/_rels/slideMaster27.xml.rels><?xml version="1.0" encoding="UTF-8" standalone="yes"?>
<Relationships xmlns="http://schemas.openxmlformats.org/package/2006/relationships"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28.xml"/></Relationships>
</file>

<file path=ppt/slideMasters/_rels/slideMaster28.xml.rels><?xml version="1.0" encoding="UTF-8" standalone="yes"?>
<Relationships xmlns="http://schemas.openxmlformats.org/package/2006/relationships"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29.xml"/></Relationships>
</file>

<file path=ppt/slideMasters/_rels/slideMaster29.xml.rels><?xml version="1.0" encoding="UTF-8" standalone="yes"?>
<Relationships xmlns="http://schemas.openxmlformats.org/package/2006/relationships"><Relationship Id="rId2" Type="http://schemas.openxmlformats.org/officeDocument/2006/relationships/theme" Target="../theme/theme29.xml"/><Relationship Id="rId1" Type="http://schemas.openxmlformats.org/officeDocument/2006/relationships/slideLayout" Target="../slideLayouts/slideLayout30.xml"/></Relationships>
</file>

<file path=ppt/slideMasters/_rels/slideMaster30.xml.rels><?xml version="1.0" encoding="UTF-8" standalone="yes"?>
<Relationships xmlns="http://schemas.openxmlformats.org/package/2006/relationships"><Relationship Id="rId2" Type="http://schemas.openxmlformats.org/officeDocument/2006/relationships/theme" Target="../theme/theme30.xml"/><Relationship Id="rId1" Type="http://schemas.openxmlformats.org/officeDocument/2006/relationships/slideLayout" Target="../slideLayouts/slideLayout31.xml"/></Relationships>
</file>

<file path=ppt/slideMasters/_rels/slideMaster31.xml.rels><?xml version="1.0" encoding="UTF-8" standalone="yes"?>
<Relationships xmlns="http://schemas.openxmlformats.org/package/2006/relationships"><Relationship Id="rId2" Type="http://schemas.openxmlformats.org/officeDocument/2006/relationships/theme" Target="../theme/theme31.xml"/><Relationship Id="rId1" Type="http://schemas.openxmlformats.org/officeDocument/2006/relationships/slideLayout" Target="../slideLayouts/slideLayout32.xml"/></Relationships>
</file>

<file path=ppt/slideMasters/_rels/slideMaster32.xml.rels><?xml version="1.0" encoding="UTF-8" standalone="yes"?>
<Relationships xmlns="http://schemas.openxmlformats.org/package/2006/relationships"><Relationship Id="rId2" Type="http://schemas.openxmlformats.org/officeDocument/2006/relationships/theme" Target="../theme/theme32.xml"/><Relationship Id="rId1" Type="http://schemas.openxmlformats.org/officeDocument/2006/relationships/slideLayout" Target="../slideLayouts/slideLayout33.xml"/></Relationships>
</file>

<file path=ppt/slideMasters/_rels/slideMaster3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3.xml"/><Relationship Id="rId1" Type="http://schemas.openxmlformats.org/officeDocument/2006/relationships/slideLayout" Target="../slideLayouts/slideLayout34.xml"/></Relationships>
</file>

<file path=ppt/slideMasters/_rels/slideMaster34.xml.rels><?xml version="1.0" encoding="UTF-8" standalone="yes"?>
<Relationships xmlns="http://schemas.openxmlformats.org/package/2006/relationships"><Relationship Id="rId2" Type="http://schemas.openxmlformats.org/officeDocument/2006/relationships/theme" Target="../theme/theme34.xml"/><Relationship Id="rId1" Type="http://schemas.openxmlformats.org/officeDocument/2006/relationships/slideLayout" Target="../slideLayouts/slideLayout35.xml"/></Relationships>
</file>

<file path=ppt/slideMasters/_rels/slideMaster35.xml.rels><?xml version="1.0" encoding="UTF-8" standalone="yes"?>
<Relationships xmlns="http://schemas.openxmlformats.org/package/2006/relationships"><Relationship Id="rId2" Type="http://schemas.openxmlformats.org/officeDocument/2006/relationships/theme" Target="../theme/theme35.xml"/><Relationship Id="rId1" Type="http://schemas.openxmlformats.org/officeDocument/2006/relationships/slideLayout" Target="../slideLayouts/slideLayout36.xml"/></Relationships>
</file>

<file path=ppt/slideMasters/_rels/slideMaster36.xml.rels><?xml version="1.0" encoding="UTF-8" standalone="yes"?>
<Relationships xmlns="http://schemas.openxmlformats.org/package/2006/relationships"><Relationship Id="rId2" Type="http://schemas.openxmlformats.org/officeDocument/2006/relationships/theme" Target="../theme/theme36.xml"/><Relationship Id="rId1" Type="http://schemas.openxmlformats.org/officeDocument/2006/relationships/slideLayout" Target="../slideLayouts/slideLayout37.xml"/></Relationships>
</file>

<file path=ppt/slideMasters/_rels/slideMaster37.xml.rels><?xml version="1.0" encoding="UTF-8" standalone="yes"?>
<Relationships xmlns="http://schemas.openxmlformats.org/package/2006/relationships"><Relationship Id="rId2" Type="http://schemas.openxmlformats.org/officeDocument/2006/relationships/theme" Target="../theme/theme37.xml"/><Relationship Id="rId1" Type="http://schemas.openxmlformats.org/officeDocument/2006/relationships/slideLayout" Target="../slideLayouts/slideLayout38.xml"/></Relationships>
</file>

<file path=ppt/slideMasters/_rels/slideMaster38.xml.rels><?xml version="1.0" encoding="UTF-8" standalone="yes"?>
<Relationships xmlns="http://schemas.openxmlformats.org/package/2006/relationships"><Relationship Id="rId2" Type="http://schemas.openxmlformats.org/officeDocument/2006/relationships/theme" Target="../theme/theme38.xml"/><Relationship Id="rId1" Type="http://schemas.openxmlformats.org/officeDocument/2006/relationships/slideLayout" Target="../slideLayouts/slideLayout39.xml"/></Relationships>
</file>

<file path=ppt/slideMasters/_rels/slideMaster39.xml.rels><?xml version="1.0" encoding="UTF-8" standalone="yes"?>
<Relationships xmlns="http://schemas.openxmlformats.org/package/2006/relationships"><Relationship Id="rId2" Type="http://schemas.openxmlformats.org/officeDocument/2006/relationships/theme" Target="../theme/theme39.xml"/><Relationship Id="rId1" Type="http://schemas.openxmlformats.org/officeDocument/2006/relationships/slideLayout" Target="../slideLayouts/slideLayout40.xml"/></Relationships>
</file>

<file path=ppt/slideMasters/_rels/slideMaster40.xml.rels><?xml version="1.0" encoding="UTF-8" standalone="yes"?>
<Relationships xmlns="http://schemas.openxmlformats.org/package/2006/relationships"><Relationship Id="rId2" Type="http://schemas.openxmlformats.org/officeDocument/2006/relationships/theme" Target="../theme/theme40.xml"/><Relationship Id="rId1" Type="http://schemas.openxmlformats.org/officeDocument/2006/relationships/slideLayout" Target="../slideLayouts/slideLayout41.xml"/></Relationships>
</file>

<file path=ppt/slideMasters/_rels/slideMaster41.xml.rels><?xml version="1.0" encoding="UTF-8" standalone="yes"?>
<Relationships xmlns="http://schemas.openxmlformats.org/package/2006/relationships"><Relationship Id="rId2" Type="http://schemas.openxmlformats.org/officeDocument/2006/relationships/theme" Target="../theme/theme41.xml"/><Relationship Id="rId1" Type="http://schemas.openxmlformats.org/officeDocument/2006/relationships/slideLayout" Target="../slideLayouts/slideLayout42.xml"/></Relationships>
</file>

<file path=ppt/slideMasters/_rels/slideMaster42.xml.rels><?xml version="1.0" encoding="UTF-8" standalone="yes"?>
<Relationships xmlns="http://schemas.openxmlformats.org/package/2006/relationships"><Relationship Id="rId2" Type="http://schemas.openxmlformats.org/officeDocument/2006/relationships/theme" Target="../theme/theme42.xml"/><Relationship Id="rId1" Type="http://schemas.openxmlformats.org/officeDocument/2006/relationships/slideLayout" Target="../slideLayouts/slideLayout43.xml"/></Relationships>
</file>

<file path=ppt/slideMasters/_rels/slideMaster43.xml.rels><?xml version="1.0" encoding="UTF-8" standalone="yes"?>
<Relationships xmlns="http://schemas.openxmlformats.org/package/2006/relationships"><Relationship Id="rId2" Type="http://schemas.openxmlformats.org/officeDocument/2006/relationships/theme" Target="../theme/theme43.xml"/><Relationship Id="rId1" Type="http://schemas.openxmlformats.org/officeDocument/2006/relationships/slideLayout" Target="../slideLayouts/slideLayout44.xml"/></Relationships>
</file>

<file path=ppt/slideMasters/_rels/slideMaster4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4.xml"/><Relationship Id="rId1" Type="http://schemas.openxmlformats.org/officeDocument/2006/relationships/slideLayout" Target="../slideLayouts/slideLayout45.xml"/></Relationships>
</file>

<file path=ppt/slideMasters/_rels/slideMaster45.xml.rels><?xml version="1.0" encoding="UTF-8" standalone="yes"?>
<Relationships xmlns="http://schemas.openxmlformats.org/package/2006/relationships"><Relationship Id="rId2" Type="http://schemas.openxmlformats.org/officeDocument/2006/relationships/theme" Target="../theme/theme45.xml"/><Relationship Id="rId1" Type="http://schemas.openxmlformats.org/officeDocument/2006/relationships/slideLayout" Target="../slideLayouts/slideLayout46.xml"/></Relationships>
</file>

<file path=ppt/slideMasters/_rels/slideMaster46.xml.rels><?xml version="1.0" encoding="UTF-8" standalone="yes"?>
<Relationships xmlns="http://schemas.openxmlformats.org/package/2006/relationships"><Relationship Id="rId2" Type="http://schemas.openxmlformats.org/officeDocument/2006/relationships/theme" Target="../theme/theme46.xml"/><Relationship Id="rId1" Type="http://schemas.openxmlformats.org/officeDocument/2006/relationships/slideLayout" Target="../slideLayouts/slideLayout47.xml"/></Relationships>
</file>

<file path=ppt/slideMasters/_rels/slideMaster47.xml.rels><?xml version="1.0" encoding="UTF-8" standalone="yes"?>
<Relationships xmlns="http://schemas.openxmlformats.org/package/2006/relationships"><Relationship Id="rId2" Type="http://schemas.openxmlformats.org/officeDocument/2006/relationships/theme" Target="../theme/theme47.xml"/><Relationship Id="rId1" Type="http://schemas.openxmlformats.org/officeDocument/2006/relationships/slideLayout" Target="../slideLayouts/slideLayout48.xml"/></Relationships>
</file>

<file path=ppt/slideMasters/_rels/slideMaster48.xml.rels><?xml version="1.0" encoding="UTF-8" standalone="yes"?>
<Relationships xmlns="http://schemas.openxmlformats.org/package/2006/relationships"><Relationship Id="rId2" Type="http://schemas.openxmlformats.org/officeDocument/2006/relationships/theme" Target="../theme/theme48.xml"/><Relationship Id="rId1" Type="http://schemas.openxmlformats.org/officeDocument/2006/relationships/slideLayout" Target="../slideLayouts/slideLayout49.xml"/></Relationships>
</file>

<file path=ppt/slideMasters/_rels/slideMaster49.xml.rels><?xml version="1.0" encoding="UTF-8" standalone="yes"?>
<Relationships xmlns="http://schemas.openxmlformats.org/package/2006/relationships"><Relationship Id="rId2" Type="http://schemas.openxmlformats.org/officeDocument/2006/relationships/theme" Target="../theme/theme49.xml"/><Relationship Id="rId1" Type="http://schemas.openxmlformats.org/officeDocument/2006/relationships/slideLayout" Target="../slideLayouts/slideLayout50.xml"/></Relationships>
</file>

<file path=ppt/slideMasters/_rels/slideMaster50.xml.rels><?xml version="1.0" encoding="UTF-8" standalone="yes"?>
<Relationships xmlns="http://schemas.openxmlformats.org/package/2006/relationships"><Relationship Id="rId2" Type="http://schemas.openxmlformats.org/officeDocument/2006/relationships/theme" Target="../theme/theme50.xml"/><Relationship Id="rId1" Type="http://schemas.openxmlformats.org/officeDocument/2006/relationships/slideLayout" Target="../slideLayouts/slideLayout51.xml"/></Relationships>
</file>

<file path=ppt/slideMasters/_rels/slideMaster51.xml.rels><?xml version="1.0" encoding="UTF-8" standalone="yes"?>
<Relationships xmlns="http://schemas.openxmlformats.org/package/2006/relationships"><Relationship Id="rId2" Type="http://schemas.openxmlformats.org/officeDocument/2006/relationships/theme" Target="../theme/theme51.xml"/><Relationship Id="rId1" Type="http://schemas.openxmlformats.org/officeDocument/2006/relationships/slideLayout" Target="../slideLayouts/slideLayout52.xml"/></Relationships>
</file>

<file path=ppt/slideMasters/_rels/slideMaster52.xml.rels><?xml version="1.0" encoding="UTF-8" standalone="yes"?>
<Relationships xmlns="http://schemas.openxmlformats.org/package/2006/relationships"><Relationship Id="rId2" Type="http://schemas.openxmlformats.org/officeDocument/2006/relationships/theme" Target="../theme/theme52.xml"/><Relationship Id="rId1" Type="http://schemas.openxmlformats.org/officeDocument/2006/relationships/slideLayout" Target="../slideLayouts/slideLayout53.xml"/></Relationships>
</file>

<file path=ppt/slideMasters/_rels/slideMaster53.xml.rels><?xml version="1.0" encoding="UTF-8" standalone="yes"?>
<Relationships xmlns="http://schemas.openxmlformats.org/package/2006/relationships"><Relationship Id="rId2" Type="http://schemas.openxmlformats.org/officeDocument/2006/relationships/theme" Target="../theme/theme53.xml"/><Relationship Id="rId1" Type="http://schemas.openxmlformats.org/officeDocument/2006/relationships/slideLayout" Target="../slideLayouts/slideLayout54.xml"/></Relationships>
</file>

<file path=ppt/slideMasters/_rels/slideMaster54.xml.rels><?xml version="1.0" encoding="UTF-8" standalone="yes"?>
<Relationships xmlns="http://schemas.openxmlformats.org/package/2006/relationships"><Relationship Id="rId2" Type="http://schemas.openxmlformats.org/officeDocument/2006/relationships/theme" Target="../theme/theme54.xml"/><Relationship Id="rId1" Type="http://schemas.openxmlformats.org/officeDocument/2006/relationships/slideLayout" Target="../slideLayouts/slideLayout55.xml"/></Relationships>
</file>

<file path=ppt/slideMasters/_rels/slideMaster5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5.xml"/><Relationship Id="rId1" Type="http://schemas.openxmlformats.org/officeDocument/2006/relationships/slideLayout" Target="../slideLayouts/slideLayout56.xml"/></Relationships>
</file>

<file path=ppt/slideMasters/_rels/slideMaster56.xml.rels><?xml version="1.0" encoding="UTF-8" standalone="yes"?>
<Relationships xmlns="http://schemas.openxmlformats.org/package/2006/relationships"><Relationship Id="rId2" Type="http://schemas.openxmlformats.org/officeDocument/2006/relationships/theme" Target="../theme/theme56.xml"/><Relationship Id="rId1" Type="http://schemas.openxmlformats.org/officeDocument/2006/relationships/slideLayout" Target="../slideLayouts/slideLayout57.xml"/></Relationships>
</file>

<file path=ppt/slideMasters/_rels/slideMaster57.xml.rels><?xml version="1.0" encoding="UTF-8" standalone="yes"?>
<Relationships xmlns="http://schemas.openxmlformats.org/package/2006/relationships"><Relationship Id="rId2" Type="http://schemas.openxmlformats.org/officeDocument/2006/relationships/theme" Target="../theme/theme57.xml"/><Relationship Id="rId1" Type="http://schemas.openxmlformats.org/officeDocument/2006/relationships/slideLayout" Target="../slideLayouts/slideLayout58.xml"/></Relationships>
</file>

<file path=ppt/slideMasters/_rels/slideMaster58.xml.rels><?xml version="1.0" encoding="UTF-8" standalone="yes"?>
<Relationships xmlns="http://schemas.openxmlformats.org/package/2006/relationships"><Relationship Id="rId2" Type="http://schemas.openxmlformats.org/officeDocument/2006/relationships/theme" Target="../theme/theme58.xml"/><Relationship Id="rId1" Type="http://schemas.openxmlformats.org/officeDocument/2006/relationships/slideLayout" Target="../slideLayouts/slideLayout59.xml"/></Relationships>
</file>

<file path=ppt/slideMasters/_rels/slideMaster59.xml.rels><?xml version="1.0" encoding="UTF-8" standalone="yes"?>
<Relationships xmlns="http://schemas.openxmlformats.org/package/2006/relationships"><Relationship Id="rId2" Type="http://schemas.openxmlformats.org/officeDocument/2006/relationships/theme" Target="../theme/theme59.xml"/><Relationship Id="rId1" Type="http://schemas.openxmlformats.org/officeDocument/2006/relationships/slideLayout" Target="../slideLayouts/slideLayout60.xml"/></Relationships>
</file>

<file path=ppt/slideMasters/_rels/slideMaster60.xml.rels><?xml version="1.0" encoding="UTF-8" standalone="yes"?>
<Relationships xmlns="http://schemas.openxmlformats.org/package/2006/relationships"><Relationship Id="rId2" Type="http://schemas.openxmlformats.org/officeDocument/2006/relationships/theme" Target="../theme/theme60.xml"/><Relationship Id="rId1" Type="http://schemas.openxmlformats.org/officeDocument/2006/relationships/slideLayout" Target="../slideLayouts/slideLayout61.xml"/></Relationships>
</file>

<file path=ppt/slideMasters/_rels/slideMaster61.xml.rels><?xml version="1.0" encoding="UTF-8" standalone="yes"?>
<Relationships xmlns="http://schemas.openxmlformats.org/package/2006/relationships"><Relationship Id="rId2" Type="http://schemas.openxmlformats.org/officeDocument/2006/relationships/theme" Target="../theme/theme61.xml"/><Relationship Id="rId1" Type="http://schemas.openxmlformats.org/officeDocument/2006/relationships/slideLayout" Target="../slideLayouts/slideLayout62.xml"/></Relationships>
</file>

<file path=ppt/slideMasters/_rels/slideMaster62.xml.rels><?xml version="1.0" encoding="UTF-8" standalone="yes"?>
<Relationships xmlns="http://schemas.openxmlformats.org/package/2006/relationships"><Relationship Id="rId2" Type="http://schemas.openxmlformats.org/officeDocument/2006/relationships/theme" Target="../theme/theme62.xml"/><Relationship Id="rId1" Type="http://schemas.openxmlformats.org/officeDocument/2006/relationships/slideLayout" Target="../slideLayouts/slideLayout63.xml"/></Relationships>
</file>

<file path=ppt/slideMasters/_rels/slideMaster63.xml.rels><?xml version="1.0" encoding="UTF-8" standalone="yes"?>
<Relationships xmlns="http://schemas.openxmlformats.org/package/2006/relationships"><Relationship Id="rId2" Type="http://schemas.openxmlformats.org/officeDocument/2006/relationships/theme" Target="../theme/theme63.xml"/><Relationship Id="rId1" Type="http://schemas.openxmlformats.org/officeDocument/2006/relationships/slideLayout" Target="../slideLayouts/slideLayout64.xml"/></Relationships>
</file>

<file path=ppt/slideMasters/_rels/slideMaster64.xml.rels><?xml version="1.0" encoding="UTF-8" standalone="yes"?>
<Relationships xmlns="http://schemas.openxmlformats.org/package/2006/relationships"><Relationship Id="rId2" Type="http://schemas.openxmlformats.org/officeDocument/2006/relationships/theme" Target="../theme/theme64.xml"/><Relationship Id="rId1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1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2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3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4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15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16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7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18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19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20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2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image" Target="../media/image22.jpeg"/><Relationship Id="rId1" Type="http://schemas.openxmlformats.org/officeDocument/2006/relationships/image" Target="../media/image21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23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3.xml"/><Relationship Id="rId1" Type="http://schemas.openxmlformats.org/officeDocument/2006/relationships/image" Target="../media/image24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4.xml"/><Relationship Id="rId1" Type="http://schemas.openxmlformats.org/officeDocument/2006/relationships/image" Target="../media/image2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2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6.xml"/><Relationship Id="rId1" Type="http://schemas.openxmlformats.org/officeDocument/2006/relationships/image" Target="../media/image25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7.xml"/><Relationship Id="rId1" Type="http://schemas.openxmlformats.org/officeDocument/2006/relationships/image" Target="../media/image26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8.xml"/><Relationship Id="rId1" Type="http://schemas.openxmlformats.org/officeDocument/2006/relationships/image" Target="../media/image27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9.xml"/><Relationship Id="rId1" Type="http://schemas.openxmlformats.org/officeDocument/2006/relationships/image" Target="../media/image2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0.xml"/><Relationship Id="rId1" Type="http://schemas.openxmlformats.org/officeDocument/2006/relationships/image" Target="../media/image2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1.xml"/><Relationship Id="rId1" Type="http://schemas.openxmlformats.org/officeDocument/2006/relationships/image" Target="../media/image2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2.xml"/><Relationship Id="rId1" Type="http://schemas.openxmlformats.org/officeDocument/2006/relationships/image" Target="../media/image28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3.xml"/><Relationship Id="rId1" Type="http://schemas.openxmlformats.org/officeDocument/2006/relationships/image" Target="../media/image2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4.xml"/><Relationship Id="rId1" Type="http://schemas.openxmlformats.org/officeDocument/2006/relationships/image" Target="../media/image2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5.xml"/><Relationship Id="rId1" Type="http://schemas.openxmlformats.org/officeDocument/2006/relationships/image" Target="../media/image29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image" Target="../media/image2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7.xml"/><Relationship Id="rId1" Type="http://schemas.openxmlformats.org/officeDocument/2006/relationships/image" Target="../media/image2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8.xml"/><Relationship Id="rId1" Type="http://schemas.openxmlformats.org/officeDocument/2006/relationships/image" Target="../media/image2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9.xml"/><Relationship Id="rId1" Type="http://schemas.openxmlformats.org/officeDocument/2006/relationships/image" Target="../media/image2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0.xml"/><Relationship Id="rId1" Type="http://schemas.openxmlformats.org/officeDocument/2006/relationships/image" Target="../media/image2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1.xml"/><Relationship Id="rId1" Type="http://schemas.openxmlformats.org/officeDocument/2006/relationships/image" Target="../media/image2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2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image" Target="../media/image30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4.xml"/><Relationship Id="rId1" Type="http://schemas.openxmlformats.org/officeDocument/2006/relationships/image" Target="../media/image2.jpe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5.xml"/><Relationship Id="rId1" Type="http://schemas.openxmlformats.org/officeDocument/2006/relationships/image" Target="../media/image31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6.xml"/><Relationship Id="rId1" Type="http://schemas.openxmlformats.org/officeDocument/2006/relationships/image" Target="../media/image2.jpe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7.xml"/><Relationship Id="rId1" Type="http://schemas.openxmlformats.org/officeDocument/2006/relationships/image" Target="../media/image32.jpe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8.xml"/><Relationship Id="rId1" Type="http://schemas.openxmlformats.org/officeDocument/2006/relationships/image" Target="../media/image33.jpe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9.xml"/><Relationship Id="rId1" Type="http://schemas.openxmlformats.org/officeDocument/2006/relationships/image" Target="../media/image34.jpe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0.xml"/><Relationship Id="rId1" Type="http://schemas.openxmlformats.org/officeDocument/2006/relationships/image" Target="../media/image2.jpe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1.xml"/><Relationship Id="rId1" Type="http://schemas.openxmlformats.org/officeDocument/2006/relationships/image" Target="../media/image2.jpe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2.xml"/><Relationship Id="rId1" Type="http://schemas.openxmlformats.org/officeDocument/2006/relationships/image" Target="../media/image35.jpe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3.xml"/><Relationship Id="rId1" Type="http://schemas.openxmlformats.org/officeDocument/2006/relationships/image" Target="../media/image36.jpe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4.xml"/><Relationship Id="rId1" Type="http://schemas.openxmlformats.org/officeDocument/2006/relationships/image" Target="../media/image37.jpe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5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097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243" y="603471"/>
            <a:ext cx="3326959" cy="198008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8" name="Rectangle 5"/>
          <p:cNvSpPr/>
          <p:nvPr/>
        </p:nvSpPr>
        <p:spPr>
          <a:xfrm>
            <a:off x="1820545" y="2776855"/>
            <a:ext cx="7949565" cy="143383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wrap="square" lIns="201506" rIns="201506" anchor="t" anchorCtr="0">
            <a:spAutoFit/>
          </a:bodyPr>
          <a:p>
            <a:pPr algn="ctr">
              <a:spcBef>
                <a:spcPct val="20000"/>
              </a:spcBef>
            </a:pPr>
            <a:r>
              <a:rPr lang="en-US" altLang="zh-CN" sz="3965" dirty="0">
                <a:latin typeface="Comic Sans MS" panose="030F0702030302020204" pitchFamily="66" charset="0"/>
                <a:ea typeface="宋体" panose="02010600030101010101" pitchFamily="2" charset="-122"/>
              </a:rPr>
              <a:t>Reactive Systems V, ch 15~18</a:t>
            </a:r>
            <a:endParaRPr lang="en-US" altLang="zh-CN" sz="3965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 algn="ctr">
              <a:spcBef>
                <a:spcPct val="20000"/>
              </a:spcBef>
            </a:pPr>
            <a:r>
              <a:rPr lang="en-US" altLang="zh-CN" sz="3965" dirty="0">
                <a:latin typeface="Comic Sans MS" panose="030F0702030302020204" pitchFamily="66" charset="0"/>
                <a:ea typeface="宋体" panose="02010600030101010101" pitchFamily="2" charset="-122"/>
              </a:rPr>
              <a:t>Communication Notations</a:t>
            </a:r>
            <a:endParaRPr lang="zh-CN" altLang="en-US" sz="3965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4099" name="Line 6"/>
          <p:cNvSpPr/>
          <p:nvPr/>
        </p:nvSpPr>
        <p:spPr>
          <a:xfrm>
            <a:off x="309033" y="1511300"/>
            <a:ext cx="10075333" cy="0"/>
          </a:xfrm>
          <a:prstGeom prst="line">
            <a:avLst/>
          </a:prstGeom>
          <a:ln w="5715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" name="矩形 5"/>
          <p:cNvSpPr/>
          <p:nvPr/>
        </p:nvSpPr>
        <p:spPr>
          <a:xfrm>
            <a:off x="1746250" y="4403090"/>
            <a:ext cx="7467600" cy="285369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p>
            <a:pPr>
              <a:lnSpc>
                <a:spcPct val="20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何明昕  </a:t>
            </a:r>
            <a:r>
              <a:rPr lang="en-US" altLang="zh-CN" sz="240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HE Mingxin, Max</a:t>
            </a:r>
            <a:endParaRPr lang="en-US" altLang="zh-CN" sz="2400" dirty="0">
              <a:solidFill>
                <a:srgbClr val="002060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Send your email to </a:t>
            </a:r>
            <a:r>
              <a:rPr lang="en-US" altLang="zh-CN" sz="2400" dirty="0">
                <a:solidFill>
                  <a:srgbClr val="7030A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c.max@yeah.net</a:t>
            </a:r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  with</a:t>
            </a:r>
            <a:endParaRPr lang="en-US" altLang="zh-CN" sz="240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 subject like:  </a:t>
            </a:r>
            <a:r>
              <a:rPr lang="en-US" altLang="zh-CN" sz="240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SE</a:t>
            </a:r>
            <a:r>
              <a:rPr lang="en-US" altLang="zh-CN" sz="2400" i="1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345-Andy: On What </a:t>
            </a:r>
            <a:r>
              <a:rPr lang="en-US" altLang="zh-CN" sz="2400" i="1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…</a:t>
            </a:r>
            <a:endParaRPr lang="en-US" altLang="zh-CN" sz="2400" i="1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Download from </a:t>
            </a:r>
            <a:r>
              <a:rPr lang="en-US" altLang="zh-CN" sz="2400" dirty="0">
                <a:solidFill>
                  <a:srgbClr val="7030A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c.program@yeah.net</a:t>
            </a:r>
            <a:endParaRPr lang="en-US" altLang="zh-CN" sz="2400" dirty="0">
              <a:solidFill>
                <a:srgbClr val="FF000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文件中心</a:t>
            </a:r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网盘</a:t>
            </a:r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/SoftwareEngineering26S</a:t>
            </a:r>
            <a:endParaRPr lang="en-US" altLang="zh-CN" sz="2400" dirty="0">
              <a:solidFill>
                <a:srgbClr val="00206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endParaRPr lang="en-US" altLang="zh-CN" sz="2400" dirty="0">
              <a:solidFill>
                <a:srgbClr val="00206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458268" y="1978050"/>
            <a:ext cx="7993667" cy="3045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ts val="1295"/>
              </a:spcBef>
              <a:spcAft>
                <a:spcPct val="0"/>
              </a:spcAft>
            </a:pPr>
            <a:r>
              <a:rPr sz="2050" dirty="0" smtClean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238</a:t>
            </a:r>
            <a:r>
              <a:rPr sz="2050" spc="1552" dirty="0" smtClean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Part</a:t>
            </a:r>
            <a:r>
              <a:rPr sz="2050" spc="218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V.</a:t>
            </a:r>
            <a:r>
              <a:rPr sz="2050" spc="168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Communication</a:t>
            </a:r>
            <a:r>
              <a:rPr sz="2050" spc="18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Notations</a:t>
            </a:r>
            <a:endParaRPr sz="2050" dirty="0">
              <a:solidFill>
                <a:srgbClr val="000000"/>
              </a:solidFill>
              <a:latin typeface="PITSQT+CMR10" panose="02000500000000000000"/>
              <a:cs typeface="PITSQT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85655" y="2482065"/>
            <a:ext cx="519085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246</a:t>
            </a:r>
            <a:r>
              <a:rPr sz="2050" spc="15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Chapter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15.</a:t>
            </a:r>
            <a:r>
              <a:rPr sz="2050" spc="4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Data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Flow</a:t>
            </a:r>
            <a:r>
              <a:rPr sz="2050" spc="2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Diagrams</a:t>
            </a:r>
            <a:endParaRPr sz="2050">
              <a:solidFill>
                <a:srgbClr val="000000"/>
              </a:solidFill>
              <a:latin typeface="PITSQT+CMR10" panose="02000500000000000000"/>
              <a:cs typeface="PITSQT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85637" y="2966698"/>
            <a:ext cx="8542049" cy="12791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265</a:t>
            </a:r>
            <a:r>
              <a:rPr sz="2050" spc="155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Chapter</a:t>
            </a:r>
            <a:r>
              <a:rPr sz="2050" spc="16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16.</a:t>
            </a:r>
            <a:r>
              <a:rPr sz="2050" spc="41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Communication</a:t>
            </a:r>
            <a:r>
              <a:rPr sz="2050" spc="18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Diagrams</a:t>
            </a:r>
            <a:endParaRPr sz="2050" dirty="0">
              <a:solidFill>
                <a:srgbClr val="000000"/>
              </a:solidFill>
              <a:latin typeface="PITSQT+CMR10" panose="02000500000000000000"/>
              <a:cs typeface="PITSQT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1295"/>
              </a:spcBef>
              <a:spcAft>
                <a:spcPct val="0"/>
              </a:spcAft>
            </a:pPr>
            <a:r>
              <a:rPr sz="205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276</a:t>
            </a:r>
            <a:r>
              <a:rPr sz="2050" spc="155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Chapter</a:t>
            </a:r>
            <a:r>
              <a:rPr sz="2050" spc="16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17.</a:t>
            </a:r>
            <a:r>
              <a:rPr sz="2050" spc="41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Communication</a:t>
            </a:r>
            <a:r>
              <a:rPr sz="2050" spc="18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Semantics</a:t>
            </a:r>
            <a:endParaRPr sz="2050" dirty="0">
              <a:solidFill>
                <a:srgbClr val="000000"/>
              </a:solidFill>
              <a:latin typeface="PITSQT+CMR10" panose="02000500000000000000"/>
              <a:cs typeface="PITSQT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1345"/>
              </a:spcBef>
              <a:spcAft>
                <a:spcPct val="0"/>
              </a:spcAft>
            </a:pPr>
            <a:r>
              <a:rPr sz="205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287</a:t>
            </a:r>
            <a:r>
              <a:rPr sz="2050" spc="155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Chapter</a:t>
            </a:r>
            <a:r>
              <a:rPr sz="2050" spc="16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18.</a:t>
            </a:r>
            <a:r>
              <a:rPr sz="2050" spc="41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Context</a:t>
            </a:r>
            <a:r>
              <a:rPr sz="2050" spc="18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 dirty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Modeling</a:t>
            </a:r>
            <a:r>
              <a:rPr sz="2050" spc="146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 dirty="0" smtClean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Guidelines</a:t>
            </a:r>
            <a:endParaRPr sz="2050" spc="11" dirty="0">
              <a:solidFill>
                <a:srgbClr val="000000"/>
              </a:solidFill>
              <a:latin typeface="PITSQT+CMR10" panose="02000500000000000000"/>
              <a:cs typeface="PITSQT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78653" y="7228486"/>
            <a:ext cx="38074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BFUIBT+CMR7" panose="02000500000000000000"/>
                <a:cs typeface="BFUIBT+CMR7" panose="02000500000000000000"/>
              </a:rPr>
              <a:t>3</a:t>
            </a:r>
            <a:endParaRPr sz="1450">
              <a:solidFill>
                <a:srgbClr val="000000"/>
              </a:solidFill>
              <a:latin typeface="BFUIBT+CMR7" panose="02000500000000000000"/>
              <a:cs typeface="BFUIBT+CMR7" panose="02000500000000000000"/>
            </a:endParaRPr>
          </a:p>
        </p:txBody>
      </p:sp>
      <p:sp>
        <p:nvSpPr>
          <p:cNvPr id="10" name="object 3"/>
          <p:cNvSpPr txBox="1"/>
          <p:nvPr/>
        </p:nvSpPr>
        <p:spPr>
          <a:xfrm>
            <a:off x="1458268" y="1185962"/>
            <a:ext cx="2969571" cy="9497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80"/>
              </a:lnSpc>
              <a:spcBef>
                <a:spcPct val="0"/>
              </a:spcBef>
              <a:spcAft>
                <a:spcPct val="0"/>
              </a:spcAft>
            </a:pPr>
            <a:r>
              <a:rPr sz="3000" spc="-12" dirty="0">
                <a:solidFill>
                  <a:srgbClr val="000000"/>
                </a:solidFill>
                <a:latin typeface="NOQEBU+CMBX12" panose="02000500000000000000"/>
                <a:cs typeface="NOQEBU+CMBX12" panose="02000500000000000000"/>
              </a:rPr>
              <a:t>List</a:t>
            </a:r>
            <a:r>
              <a:rPr sz="3000" spc="37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-20" dirty="0">
                <a:solidFill>
                  <a:srgbClr val="000000"/>
                </a:solidFill>
                <a:latin typeface="NOQEBU+CMBX12" panose="02000500000000000000"/>
                <a:cs typeface="NOQEBU+CMBX12" panose="02000500000000000000"/>
              </a:rPr>
              <a:t>of</a:t>
            </a:r>
            <a:r>
              <a:rPr sz="3000" spc="37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-15" dirty="0">
                <a:solidFill>
                  <a:srgbClr val="000000"/>
                </a:solidFill>
                <a:latin typeface="NOQEBU+CMBX12" panose="02000500000000000000"/>
                <a:cs typeface="NOQEBU+CMBX12" panose="02000500000000000000"/>
              </a:rPr>
              <a:t>Slides</a:t>
            </a:r>
            <a:endParaRPr sz="3000" spc="-15" dirty="0">
              <a:solidFill>
                <a:srgbClr val="000000"/>
              </a:solidFill>
              <a:latin typeface="NOQEBU+CMBX12" panose="02000500000000000000"/>
              <a:cs typeface="NOQEBU+CMBX12" panose="0200050000000000000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346705" y="2015537"/>
            <a:ext cx="6164513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35">
                <a:solidFill>
                  <a:srgbClr val="000000"/>
                </a:solidFill>
                <a:latin typeface="MGOGON+CMBX12~c" panose="02000500000000000000"/>
                <a:cs typeface="MGOGON+CMBX12~c" panose="02000500000000000000"/>
              </a:rPr>
              <a:t>Part</a:t>
            </a:r>
            <a:r>
              <a:rPr sz="2500" spc="3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MGOGON+CMBX12~c" panose="02000500000000000000"/>
                <a:cs typeface="MGOGON+CMBX12~c" panose="02000500000000000000"/>
              </a:rPr>
              <a:t>V.</a:t>
            </a:r>
            <a:r>
              <a:rPr sz="2500" spc="3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8">
                <a:solidFill>
                  <a:srgbClr val="000000"/>
                </a:solidFill>
                <a:latin typeface="MGOGON+CMBX12~c" panose="02000500000000000000"/>
                <a:cs typeface="MGOGON+CMBX12~c" panose="02000500000000000000"/>
              </a:rPr>
              <a:t>Communication</a:t>
            </a:r>
            <a:r>
              <a:rPr sz="2500" spc="3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MGOGON+CMBX12~c" panose="02000500000000000000"/>
                <a:cs typeface="MGOGON+CMBX12~c" panose="02000500000000000000"/>
              </a:rPr>
              <a:t>Notations</a:t>
            </a:r>
            <a:endParaRPr sz="2500" spc="-12">
              <a:solidFill>
                <a:srgbClr val="000000"/>
              </a:solidFill>
              <a:latin typeface="MGOGON+CMBX12~c" panose="02000500000000000000"/>
              <a:cs typeface="MGOGON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04856" y="2475610"/>
            <a:ext cx="2552998" cy="7466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4135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EINOIT+Helvetica" panose="020B0604020202020204"/>
                <a:cs typeface="EINOIT+Helvetica" panose="020B0604020202020204"/>
              </a:rPr>
              <a:t>Services</a:t>
            </a:r>
            <a:endParaRPr sz="1800">
              <a:solidFill>
                <a:srgbClr val="000000"/>
              </a:solidFill>
              <a:latin typeface="EINOIT+Helvetica" panose="020B0604020202020204"/>
              <a:cs typeface="EINOIT+Helvetica" panose="020B0604020202020204"/>
            </a:endParaRPr>
          </a:p>
          <a:p>
            <a:pPr marL="0" marR="0">
              <a:lnSpc>
                <a:spcPts val="117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EINOIT+Helvetica" panose="020B0604020202020204"/>
                <a:cs typeface="EINOIT+Helvetica" panose="020B0604020202020204"/>
              </a:rPr>
              <a:t>Composite</a:t>
            </a:r>
            <a:endParaRPr sz="1800">
              <a:solidFill>
                <a:srgbClr val="000000"/>
              </a:solidFill>
              <a:latin typeface="EINOIT+Helvetica" panose="020B0604020202020204"/>
              <a:cs typeface="EINOIT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38999" y="2772622"/>
            <a:ext cx="1930145" cy="895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EINOIT+Helvetica" panose="020B0604020202020204"/>
                <a:cs typeface="EINOIT+Helvetica" panose="020B0604020202020204"/>
              </a:rPr>
              <a:t>Behavior</a:t>
            </a:r>
            <a:endParaRPr sz="1800">
              <a:solidFill>
                <a:srgbClr val="000000"/>
              </a:solidFill>
              <a:latin typeface="EINOIT+Helvetica" panose="020B0604020202020204"/>
              <a:cs typeface="EINOIT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EINOIT+Helvetica" panose="020B0604020202020204"/>
                <a:cs typeface="EINOIT+Helvetica" panose="020B0604020202020204"/>
              </a:rPr>
              <a:t>Communication</a:t>
            </a:r>
            <a:endParaRPr sz="1800">
              <a:solidFill>
                <a:srgbClr val="000000"/>
              </a:solidFill>
              <a:latin typeface="EINOIT+Helvetica" panose="020B0604020202020204"/>
              <a:cs typeface="EINOIT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89002" y="2921127"/>
            <a:ext cx="1066467" cy="59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EINOIT+Helvetica" panose="020B0604020202020204"/>
                <a:cs typeface="EINOIT+Helvetica" panose="020B0604020202020204"/>
              </a:rPr>
              <a:t>system</a:t>
            </a:r>
            <a:endParaRPr sz="1800">
              <a:solidFill>
                <a:srgbClr val="000000"/>
              </a:solidFill>
              <a:latin typeface="EINOIT+Helvetica" panose="020B0604020202020204"/>
              <a:cs typeface="EINOIT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68882" y="3617963"/>
            <a:ext cx="1930145" cy="1192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EINOIT+Helvetica" panose="020B0604020202020204"/>
                <a:cs typeface="EINOIT+Helvetica" panose="020B0604020202020204"/>
              </a:rPr>
              <a:t>Services</a:t>
            </a:r>
            <a:endParaRPr sz="1800">
              <a:solidFill>
                <a:srgbClr val="000000"/>
              </a:solidFill>
              <a:latin typeface="EINOIT+Helvetica" panose="020B0604020202020204"/>
              <a:cs typeface="EINOIT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EINOIT+Helvetica" panose="020B0604020202020204"/>
                <a:cs typeface="EINOIT+Helvetica" panose="020B0604020202020204"/>
              </a:rPr>
              <a:t>Behavior</a:t>
            </a:r>
            <a:endParaRPr sz="1800">
              <a:solidFill>
                <a:srgbClr val="000000"/>
              </a:solidFill>
              <a:latin typeface="EINOIT+Helvetica" panose="020B0604020202020204"/>
              <a:cs typeface="EINOIT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EINOIT+Helvetica" panose="020B0604020202020204"/>
                <a:cs typeface="EINOIT+Helvetica" panose="020B0604020202020204"/>
              </a:rPr>
              <a:t>Communication</a:t>
            </a:r>
            <a:endParaRPr sz="1800">
              <a:solidFill>
                <a:srgbClr val="000000"/>
              </a:solidFill>
              <a:latin typeface="EINOIT+Helvetica" panose="020B0604020202020204"/>
              <a:cs typeface="EINOIT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28592" y="3617967"/>
            <a:ext cx="2026385" cy="895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81685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EINOIT+Helvetica" panose="020B0604020202020204"/>
                <a:cs typeface="EINOIT+Helvetica" panose="020B0604020202020204"/>
              </a:rPr>
              <a:t>Services</a:t>
            </a:r>
            <a:endParaRPr sz="1800">
              <a:solidFill>
                <a:srgbClr val="000000"/>
              </a:solidFill>
              <a:latin typeface="EINOIT+Helvetica" panose="020B0604020202020204"/>
              <a:cs typeface="EINOIT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29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EINOIT+Helvetica" panose="020B0604020202020204"/>
                <a:cs typeface="EINOIT+Helvetica" panose="020B0604020202020204"/>
              </a:rPr>
              <a:t>SuD</a:t>
            </a:r>
            <a:r>
              <a:rPr sz="1800" spc="2158">
                <a:solidFill>
                  <a:srgbClr val="000000"/>
                </a:solidFill>
                <a:latin typeface="EINOIT+Helvetica" panose="020B0604020202020204"/>
                <a:cs typeface="EINOIT+Helvetica" panose="020B0604020202020204"/>
              </a:rPr>
              <a:t> </a:t>
            </a:r>
            <a:r>
              <a:rPr sz="1800">
                <a:solidFill>
                  <a:srgbClr val="000000"/>
                </a:solidFill>
                <a:latin typeface="EINOIT+Helvetica" panose="020B0604020202020204"/>
                <a:cs typeface="EINOIT+Helvetica" panose="020B0604020202020204"/>
              </a:rPr>
              <a:t>Behavior</a:t>
            </a:r>
            <a:endParaRPr sz="1800">
              <a:solidFill>
                <a:srgbClr val="000000"/>
              </a:solidFill>
              <a:latin typeface="EINOIT+Helvetica" panose="020B0604020202020204"/>
              <a:cs typeface="EINOIT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52174" y="3617963"/>
            <a:ext cx="1930145" cy="1192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EINOIT+Helvetica" panose="020B0604020202020204"/>
                <a:cs typeface="EINOIT+Helvetica" panose="020B0604020202020204"/>
              </a:rPr>
              <a:t>Services</a:t>
            </a:r>
            <a:endParaRPr sz="1800">
              <a:solidFill>
                <a:srgbClr val="000000"/>
              </a:solidFill>
              <a:latin typeface="EINOIT+Helvetica" panose="020B0604020202020204"/>
              <a:cs typeface="EINOIT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EINOIT+Helvetica" panose="020B0604020202020204"/>
                <a:cs typeface="EINOIT+Helvetica" panose="020B0604020202020204"/>
              </a:rPr>
              <a:t>Behavior</a:t>
            </a:r>
            <a:endParaRPr sz="1800">
              <a:solidFill>
                <a:srgbClr val="000000"/>
              </a:solidFill>
              <a:latin typeface="EINOIT+Helvetica" panose="020B0604020202020204"/>
              <a:cs typeface="EINOIT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EINOIT+Helvetica" panose="020B0604020202020204"/>
                <a:cs typeface="EINOIT+Helvetica" panose="020B0604020202020204"/>
              </a:rPr>
              <a:t>Communication</a:t>
            </a:r>
            <a:endParaRPr sz="1800">
              <a:solidFill>
                <a:srgbClr val="000000"/>
              </a:solidFill>
              <a:latin typeface="EINOIT+Helvetica" panose="020B0604020202020204"/>
              <a:cs typeface="EINOIT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0116" y="3766468"/>
            <a:ext cx="1181034" cy="895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EINOIT+Helvetica" panose="020B0604020202020204"/>
                <a:cs typeface="EINOIT+Helvetica" panose="020B0604020202020204"/>
              </a:rPr>
              <a:t>External</a:t>
            </a:r>
            <a:endParaRPr sz="1800">
              <a:solidFill>
                <a:srgbClr val="000000"/>
              </a:solidFill>
              <a:latin typeface="EINOIT+Helvetica" panose="020B0604020202020204"/>
              <a:cs typeface="EINOIT+Helvetica" panose="020B0604020202020204"/>
            </a:endParaRPr>
          </a:p>
          <a:p>
            <a:pPr marL="14605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EINOIT+Helvetica" panose="020B0604020202020204"/>
                <a:cs typeface="EINOIT+Helvetica" panose="020B0604020202020204"/>
              </a:rPr>
              <a:t>entity</a:t>
            </a:r>
            <a:endParaRPr sz="1800">
              <a:solidFill>
                <a:srgbClr val="000000"/>
              </a:solidFill>
              <a:latin typeface="EINOIT+Helvetica" panose="020B0604020202020204"/>
              <a:cs typeface="EINOIT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73418" y="3766468"/>
            <a:ext cx="1181034" cy="895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EINOIT+Helvetica" panose="020B0604020202020204"/>
                <a:cs typeface="EINOIT+Helvetica" panose="020B0604020202020204"/>
              </a:rPr>
              <a:t>External</a:t>
            </a:r>
            <a:endParaRPr sz="1800">
              <a:solidFill>
                <a:srgbClr val="000000"/>
              </a:solidFill>
              <a:latin typeface="EINOIT+Helvetica" panose="020B0604020202020204"/>
              <a:cs typeface="EINOIT+Helvetica" panose="020B0604020202020204"/>
            </a:endParaRPr>
          </a:p>
          <a:p>
            <a:pPr marL="14605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EINOIT+Helvetica" panose="020B0604020202020204"/>
                <a:cs typeface="EINOIT+Helvetica" panose="020B0604020202020204"/>
              </a:rPr>
              <a:t>entity</a:t>
            </a:r>
            <a:endParaRPr sz="1800">
              <a:solidFill>
                <a:srgbClr val="000000"/>
              </a:solidFill>
              <a:latin typeface="EINOIT+Helvetica" panose="020B0604020202020204"/>
              <a:cs typeface="EINOIT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10530" y="4211990"/>
            <a:ext cx="1930145" cy="59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EINOIT+Helvetica" panose="020B0604020202020204"/>
                <a:cs typeface="EINOIT+Helvetica" panose="020B0604020202020204"/>
              </a:rPr>
              <a:t>Communication</a:t>
            </a:r>
            <a:endParaRPr sz="1800">
              <a:solidFill>
                <a:srgbClr val="000000"/>
              </a:solidFill>
              <a:latin typeface="EINOIT+Helvetica" panose="020B0604020202020204"/>
              <a:cs typeface="EINOIT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25826" y="4760320"/>
            <a:ext cx="1218963" cy="59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EINOIT+Helvetica" panose="020B0604020202020204"/>
                <a:cs typeface="EINOIT+Helvetica" panose="020B0604020202020204"/>
              </a:rPr>
              <a:t>Services</a:t>
            </a:r>
            <a:endParaRPr sz="1800">
              <a:solidFill>
                <a:srgbClr val="000000"/>
              </a:solidFill>
              <a:latin typeface="EINOIT+Helvetica" panose="020B0604020202020204"/>
              <a:cs typeface="EINOIT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52176" y="4760320"/>
            <a:ext cx="1218963" cy="59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EINOIT+Helvetica" panose="020B0604020202020204"/>
                <a:cs typeface="EINOIT+Helvetica" panose="020B0604020202020204"/>
              </a:rPr>
              <a:t>Services</a:t>
            </a:r>
            <a:endParaRPr sz="1800">
              <a:solidFill>
                <a:srgbClr val="000000"/>
              </a:solidFill>
              <a:latin typeface="EINOIT+Helvetica" panose="020B0604020202020204"/>
              <a:cs typeface="EINOIT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77327" y="5045905"/>
            <a:ext cx="3490812" cy="906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EINOIT+Helvetica" panose="020B0604020202020204"/>
                <a:cs typeface="EINOIT+Helvetica" panose="020B0604020202020204"/>
              </a:rPr>
              <a:t>Subsystem 1</a:t>
            </a:r>
            <a:r>
              <a:rPr sz="1800" spc="506">
                <a:solidFill>
                  <a:srgbClr val="000000"/>
                </a:solidFill>
                <a:latin typeface="EINOIT+Helvetica" panose="020B0604020202020204"/>
                <a:cs typeface="EINOIT+Helvetica" panose="020B0604020202020204"/>
              </a:rPr>
              <a:t> </a:t>
            </a:r>
            <a:r>
              <a:rPr sz="1800">
                <a:solidFill>
                  <a:srgbClr val="000000"/>
                </a:solidFill>
                <a:latin typeface="EINOIT+Helvetica" panose="020B0604020202020204"/>
                <a:cs typeface="EINOIT+Helvetica" panose="020B0604020202020204"/>
              </a:rPr>
              <a:t>Behavior</a:t>
            </a:r>
            <a:endParaRPr sz="1800">
              <a:solidFill>
                <a:srgbClr val="000000"/>
              </a:solidFill>
              <a:latin typeface="EINOIT+Helvetica" panose="020B0604020202020204"/>
              <a:cs typeface="EINOIT+Helvetica" panose="020B0604020202020204"/>
            </a:endParaRPr>
          </a:p>
          <a:p>
            <a:pPr marL="1448435" marR="0">
              <a:lnSpc>
                <a:spcPts val="2010"/>
              </a:lnSpc>
              <a:spcBef>
                <a:spcPts val="42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EINOIT+Helvetica" panose="020B0604020202020204"/>
                <a:cs typeface="EINOIT+Helvetica" panose="020B0604020202020204"/>
              </a:rPr>
              <a:t>Communication</a:t>
            </a:r>
            <a:endParaRPr sz="1800">
              <a:solidFill>
                <a:srgbClr val="000000"/>
              </a:solidFill>
              <a:latin typeface="EINOIT+Helvetica" panose="020B0604020202020204"/>
              <a:cs typeface="EINOIT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31410" y="5045908"/>
            <a:ext cx="723950" cy="59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EINOIT+Helvetica" panose="020B0604020202020204"/>
                <a:cs typeface="EINOIT+Helvetica" panose="020B0604020202020204"/>
              </a:rPr>
              <a:t>......</a:t>
            </a:r>
            <a:endParaRPr sz="1800">
              <a:solidFill>
                <a:srgbClr val="000000"/>
              </a:solidFill>
              <a:latin typeface="EINOIT+Helvetica" panose="020B0604020202020204"/>
              <a:cs typeface="EINOIT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03683" y="5045905"/>
            <a:ext cx="3490806" cy="906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EINOIT+Helvetica" panose="020B0604020202020204"/>
                <a:cs typeface="EINOIT+Helvetica" panose="020B0604020202020204"/>
              </a:rPr>
              <a:t>Subsystem n</a:t>
            </a:r>
            <a:r>
              <a:rPr sz="1800" spc="506">
                <a:solidFill>
                  <a:srgbClr val="000000"/>
                </a:solidFill>
                <a:latin typeface="EINOIT+Helvetica" panose="020B0604020202020204"/>
                <a:cs typeface="EINOIT+Helvetica" panose="020B0604020202020204"/>
              </a:rPr>
              <a:t> </a:t>
            </a:r>
            <a:r>
              <a:rPr sz="1800">
                <a:solidFill>
                  <a:srgbClr val="000000"/>
                </a:solidFill>
                <a:latin typeface="EINOIT+Helvetica" panose="020B0604020202020204"/>
                <a:cs typeface="EINOIT+Helvetica" panose="020B0604020202020204"/>
              </a:rPr>
              <a:t>Behavior</a:t>
            </a:r>
            <a:endParaRPr sz="1800">
              <a:solidFill>
                <a:srgbClr val="000000"/>
              </a:solidFill>
              <a:latin typeface="EINOIT+Helvetica" panose="020B0604020202020204"/>
              <a:cs typeface="EINOIT+Helvetica" panose="020B0604020202020204"/>
            </a:endParaRPr>
          </a:p>
          <a:p>
            <a:pPr marL="1448435" marR="0">
              <a:lnSpc>
                <a:spcPts val="2010"/>
              </a:lnSpc>
              <a:spcBef>
                <a:spcPts val="42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EINOIT+Helvetica" panose="020B0604020202020204"/>
                <a:cs typeface="EINOIT+Helvetica" panose="020B0604020202020204"/>
              </a:rPr>
              <a:t>Communication</a:t>
            </a:r>
            <a:endParaRPr sz="1800">
              <a:solidFill>
                <a:srgbClr val="000000"/>
              </a:solidFill>
              <a:latin typeface="EINOIT+Helvetica" panose="020B0604020202020204"/>
              <a:cs typeface="EINOIT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LUSHAS+CMR7" panose="02000500000000000000"/>
                <a:cs typeface="LUSHAS+CMR7" panose="02000500000000000000"/>
              </a:rPr>
              <a:t>239</a:t>
            </a:r>
            <a:endParaRPr sz="1450">
              <a:solidFill>
                <a:srgbClr val="000000"/>
              </a:solidFill>
              <a:latin typeface="LUSHAS+CMR7" panose="02000500000000000000"/>
              <a:cs typeface="LUSHAS+CMR7" panose="0200050000000000000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988105"/>
            <a:ext cx="5897216" cy="1219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>
                <a:solidFill>
                  <a:srgbClr val="000000"/>
                </a:solidFill>
                <a:latin typeface="AIWQKC+CMBX12~c" panose="02000500000000000000"/>
                <a:cs typeface="AIWQKC+CMBX12~c" panose="02000500000000000000"/>
              </a:rPr>
              <a:t>Uses</a:t>
            </a:r>
            <a:r>
              <a:rPr sz="2500" spc="30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AIWQKC+CMBX12~c" panose="02000500000000000000"/>
                <a:cs typeface="AIWQKC+CMBX12~c" panose="02000500000000000000"/>
              </a:rPr>
              <a:t>of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9">
                <a:solidFill>
                  <a:srgbClr val="000000"/>
                </a:solidFill>
                <a:latin typeface="AIWQKC+CMBX12~c" panose="02000500000000000000"/>
                <a:cs typeface="AIWQKC+CMBX12~c" panose="02000500000000000000"/>
              </a:rPr>
              <a:t>communication</a:t>
            </a:r>
            <a:r>
              <a:rPr sz="2500" spc="3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AIWQKC+CMBX12~c" panose="02000500000000000000"/>
                <a:cs typeface="AIWQKC+CMBX12~c" panose="02000500000000000000"/>
              </a:rPr>
              <a:t>notations</a:t>
            </a:r>
            <a:endParaRPr sz="2500" spc="-12">
              <a:solidFill>
                <a:srgbClr val="000000"/>
              </a:solidFill>
              <a:latin typeface="AIWQKC+CMBX12~c" panose="02000500000000000000"/>
              <a:cs typeface="AIWQKC+CMBX12~c" panose="02000500000000000000"/>
            </a:endParaRPr>
          </a:p>
          <a:p>
            <a:pPr marL="0" marR="0">
              <a:lnSpc>
                <a:spcPts val="2470"/>
              </a:lnSpc>
              <a:spcBef>
                <a:spcPts val="13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MUUOV+CMBX10" panose="02000500000000000000"/>
                <a:cs typeface="WMUUOV+CMBX10" panose="02000500000000000000"/>
              </a:rPr>
              <a:t>Context</a:t>
            </a:r>
            <a:r>
              <a:rPr sz="2050" spc="2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WMUUOV+CMBX10" panose="02000500000000000000"/>
                <a:cs typeface="WMUUOV+CMBX10" panose="02000500000000000000"/>
              </a:rPr>
              <a:t>modeling</a:t>
            </a:r>
            <a:endParaRPr sz="2050" spc="20">
              <a:solidFill>
                <a:srgbClr val="000000"/>
              </a:solidFill>
              <a:latin typeface="WMUUOV+CMBX10" panose="02000500000000000000"/>
              <a:cs typeface="WMUUOV+CMBX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53" y="2974313"/>
            <a:ext cx="6899925" cy="17467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185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LUQEB+CMSY10~25" panose="02000500000000000000"/>
                <a:cs typeface="ULUQE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CRFJO+CMR10" panose="02000500000000000000"/>
                <a:cs typeface="LCRFJO+CMR10" panose="02000500000000000000"/>
              </a:rPr>
              <a:t>Communications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CRFJO+CMR10" panose="02000500000000000000"/>
                <a:cs typeface="LCRFJO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CRFJO+CMR10" panose="02000500000000000000"/>
                <a:cs typeface="LCRFJO+CMR10" panose="02000500000000000000"/>
              </a:rPr>
              <a:t>environment</a:t>
            </a:r>
            <a:endParaRPr sz="2050">
              <a:solidFill>
                <a:srgbClr val="000000"/>
              </a:solidFill>
              <a:latin typeface="LCRFJO+CMR10" panose="02000500000000000000"/>
              <a:cs typeface="LCRFJO+CMR10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LUQEB+CMSY10~25" panose="02000500000000000000"/>
                <a:cs typeface="ULUQE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CRFJO+CMR10" panose="02000500000000000000"/>
                <a:cs typeface="LCRFJO+CMR10" panose="02000500000000000000"/>
              </a:rPr>
              <a:t>Communications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CRFJO+CMR10" panose="02000500000000000000"/>
                <a:cs typeface="LCRFJO+CMR10" panose="02000500000000000000"/>
              </a:rPr>
              <a:t>between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LCRFJO+CMR10" panose="02000500000000000000"/>
                <a:cs typeface="LCRFJO+CMR10" panose="02000500000000000000"/>
              </a:rPr>
              <a:t>SuD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CRFJO+CMR10" panose="02000500000000000000"/>
                <a:cs typeface="LCRFJO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CRFJO+CMR10" panose="02000500000000000000"/>
                <a:cs typeface="LCRFJO+CMR10" panose="02000500000000000000"/>
              </a:rPr>
              <a:t>environment</a:t>
            </a:r>
            <a:endParaRPr sz="2050">
              <a:solidFill>
                <a:srgbClr val="000000"/>
              </a:solidFill>
              <a:latin typeface="LCRFJO+CMR10" panose="02000500000000000000"/>
              <a:cs typeface="LCRFJO+CMR10" panose="02000500000000000000"/>
            </a:endParaRPr>
          </a:p>
          <a:p>
            <a:pPr marL="0" marR="0">
              <a:lnSpc>
                <a:spcPts val="2470"/>
              </a:lnSpc>
              <a:spcBef>
                <a:spcPts val="156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MUUOV+CMBX10" panose="02000500000000000000"/>
                <a:cs typeface="WMUUOV+CMBX10" panose="02000500000000000000"/>
              </a:rPr>
              <a:t>Architecture</a:t>
            </a:r>
            <a:r>
              <a:rPr sz="2050" spc="2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MUUOV+CMBX10" panose="02000500000000000000"/>
                <a:cs typeface="WMUUOV+CMBX10" panose="02000500000000000000"/>
              </a:rPr>
              <a:t>design</a:t>
            </a:r>
            <a:endParaRPr sz="2050">
              <a:solidFill>
                <a:srgbClr val="000000"/>
              </a:solidFill>
              <a:latin typeface="WMUUOV+CMBX10" panose="02000500000000000000"/>
              <a:cs typeface="WMUUOV+CMBX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63" y="4528800"/>
            <a:ext cx="846665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LUQEB+CMSY10~25" panose="02000500000000000000"/>
                <a:cs typeface="ULUQE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LCRFJO+CMR10" panose="02000500000000000000"/>
                <a:cs typeface="LCRFJO+CMR10" panose="02000500000000000000"/>
              </a:rPr>
              <a:t>Decomposition</a:t>
            </a:r>
            <a:r>
              <a:rPr sz="2050" spc="1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CRFJO+CMR10" panose="02000500000000000000"/>
                <a:cs typeface="LCRFJO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CRFJO+CMR10" panose="02000500000000000000"/>
                <a:cs typeface="LCRFJO+CMR10" panose="02000500000000000000"/>
              </a:rPr>
              <a:t>stimulus-response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CRFJO+CMR10" panose="02000500000000000000"/>
                <a:cs typeface="LCRFJO+CMR10" panose="02000500000000000000"/>
              </a:rPr>
              <a:t>pairs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LCRFJO+CMR10" panose="02000500000000000000"/>
                <a:cs typeface="LCRFJO+CMR10" panose="02000500000000000000"/>
              </a:rPr>
              <a:t>into</a:t>
            </a:r>
            <a:r>
              <a:rPr sz="20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CRFJO+CMR10" panose="02000500000000000000"/>
                <a:cs typeface="LCRFJO+CMR10" panose="02000500000000000000"/>
              </a:rPr>
              <a:t>communication</a:t>
            </a:r>
            <a:endParaRPr sz="2050">
              <a:solidFill>
                <a:srgbClr val="000000"/>
              </a:solidFill>
              <a:latin typeface="LCRFJO+CMR10" panose="02000500000000000000"/>
              <a:cs typeface="LCRFJO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681" y="4900658"/>
            <a:ext cx="276175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CRFJO+CMR10" panose="02000500000000000000"/>
                <a:cs typeface="LCRFJO+CMR10" panose="02000500000000000000"/>
              </a:rPr>
              <a:t>between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CRFJO+CMR10" panose="02000500000000000000"/>
                <a:cs typeface="LCRFJO+CMR10" panose="02000500000000000000"/>
              </a:rPr>
              <a:t>components</a:t>
            </a:r>
            <a:endParaRPr sz="2050" spc="10">
              <a:solidFill>
                <a:srgbClr val="000000"/>
              </a:solidFill>
              <a:latin typeface="LCRFJO+CMR10" panose="02000500000000000000"/>
              <a:cs typeface="LCRFJO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553" y="5418820"/>
            <a:ext cx="8132623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LUQEB+CMSY10~25" panose="02000500000000000000"/>
                <a:cs typeface="ULUQE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CRFJO+CMR10" panose="02000500000000000000"/>
                <a:cs typeface="LCRFJO+CMR10" panose="02000500000000000000"/>
              </a:rPr>
              <a:t>Communications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CRFJO+CMR10" panose="02000500000000000000"/>
                <a:cs typeface="LCRFJO+CMR10" panose="02000500000000000000"/>
              </a:rPr>
              <a:t>between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CRFJO+CMR10" panose="02000500000000000000"/>
                <a:cs typeface="LCRFJO+CMR10" panose="02000500000000000000"/>
              </a:rPr>
              <a:t>components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CRFJO+CMR10" panose="02000500000000000000"/>
                <a:cs typeface="LCRFJO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CRFJO+CMR10" panose="02000500000000000000"/>
                <a:cs typeface="LCRFJO+CMR10" panose="02000500000000000000"/>
              </a:rPr>
              <a:t>external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CRFJO+CMR10" panose="02000500000000000000"/>
                <a:cs typeface="LCRFJO+CMR10" panose="02000500000000000000"/>
              </a:rPr>
              <a:t>entities</a:t>
            </a:r>
            <a:endParaRPr sz="2050">
              <a:solidFill>
                <a:srgbClr val="000000"/>
              </a:solidFill>
              <a:latin typeface="LCRFJO+CMR10" panose="02000500000000000000"/>
              <a:cs typeface="LCRFJO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MGBFTV+CMR7" panose="02000500000000000000"/>
                <a:cs typeface="MGBFTV+CMR7" panose="02000500000000000000"/>
              </a:rPr>
              <a:t>240</a:t>
            </a:r>
            <a:endParaRPr sz="1450">
              <a:solidFill>
                <a:srgbClr val="000000"/>
              </a:solidFill>
              <a:latin typeface="MGBFTV+CMR7" panose="02000500000000000000"/>
              <a:cs typeface="MGBFTV+CMR7" panose="0200050000000000000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034081"/>
            <a:ext cx="6958539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ETCEVT+CMBX12~c" panose="02000500000000000000"/>
                <a:cs typeface="ETCEVT+CMBX12~c" panose="02000500000000000000"/>
              </a:rPr>
              <a:t>Example:</a:t>
            </a:r>
            <a:r>
              <a:rPr sz="2500" spc="6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ETCEVT+CMBX12~c" panose="02000500000000000000"/>
                <a:cs typeface="ETCEVT+CMBX12~c" panose="02000500000000000000"/>
              </a:rPr>
              <a:t>Electronic</a:t>
            </a:r>
            <a:r>
              <a:rPr sz="2500" spc="2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38">
                <a:solidFill>
                  <a:srgbClr val="000000"/>
                </a:solidFill>
                <a:latin typeface="ETCEVT+CMBX12~c" panose="02000500000000000000"/>
                <a:cs typeface="ETCEVT+CMBX12~c" panose="02000500000000000000"/>
              </a:rPr>
              <a:t>Ticket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ETCEVT+CMBX12~c" panose="02000500000000000000"/>
                <a:cs typeface="ETCEVT+CMBX12~c" panose="02000500000000000000"/>
              </a:rPr>
              <a:t>System</a:t>
            </a:r>
            <a:r>
              <a:rPr sz="2500" spc="30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ETCEVT+CMBX12~c" panose="02000500000000000000"/>
                <a:cs typeface="ETCEVT+CMBX12~c" panose="02000500000000000000"/>
              </a:rPr>
              <a:t>(1)</a:t>
            </a:r>
            <a:endParaRPr sz="2500" spc="-14">
              <a:solidFill>
                <a:srgbClr val="000000"/>
              </a:solidFill>
              <a:latin typeface="ETCEVT+CMBX12~c" panose="02000500000000000000"/>
              <a:cs typeface="ETCEVT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1506641"/>
            <a:ext cx="4832707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PCPVD+CMBX10" panose="02000500000000000000"/>
                <a:cs typeface="GPCPVD+CMBX10" panose="02000500000000000000"/>
              </a:rPr>
              <a:t>Requirements-level</a:t>
            </a:r>
            <a:r>
              <a:rPr sz="2050" spc="2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PCPVD+CMBX10" panose="02000500000000000000"/>
                <a:cs typeface="GPCPVD+CMBX10" panose="02000500000000000000"/>
              </a:rPr>
              <a:t>architecture</a:t>
            </a:r>
            <a:endParaRPr sz="2050">
              <a:solidFill>
                <a:srgbClr val="000000"/>
              </a:solidFill>
              <a:latin typeface="GPCPVD+CMBX10" panose="02000500000000000000"/>
              <a:cs typeface="GPCPVD+CMBX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78860" y="2669445"/>
            <a:ext cx="530861" cy="402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5"/>
              </a:lnSpc>
              <a:spcBef>
                <a:spcPct val="0"/>
              </a:spcBef>
              <a:spcAft>
                <a:spcPct val="0"/>
              </a:spcAft>
            </a:pPr>
            <a:r>
              <a:rPr sz="1200" spc="15">
                <a:solidFill>
                  <a:srgbClr val="000000"/>
                </a:solidFill>
                <a:latin typeface="WUSNIB+Helvetica" panose="020B0604020202020204"/>
                <a:cs typeface="WUSNIB+Helvetica" panose="020B0604020202020204"/>
              </a:rPr>
              <a:t>ETS</a:t>
            </a:r>
            <a:endParaRPr sz="1200" spc="15">
              <a:solidFill>
                <a:srgbClr val="000000"/>
              </a:solidFill>
              <a:latin typeface="WUSNIB+Helvetica" panose="020B0604020202020204"/>
              <a:cs typeface="WUSNIB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74349" y="2755779"/>
            <a:ext cx="1768060" cy="402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5"/>
              </a:lnSpc>
              <a:spcBef>
                <a:spcPct val="0"/>
              </a:spcBef>
              <a:spcAft>
                <a:spcPct val="0"/>
              </a:spcAft>
            </a:pPr>
            <a:r>
              <a:rPr sz="1200" spc="12">
                <a:solidFill>
                  <a:srgbClr val="000000"/>
                </a:solidFill>
                <a:latin typeface="WUSNIB+Helvetica" panose="020B0604020202020204"/>
                <a:cs typeface="WUSNIB+Helvetica" panose="020B0604020202020204"/>
              </a:rPr>
              <a:t>Rail</a:t>
            </a:r>
            <a:r>
              <a:rPr sz="1200">
                <a:solidFill>
                  <a:srgbClr val="000000"/>
                </a:solidFill>
                <a:latin typeface="WUSNIB+Helvetica" panose="020B0604020202020204"/>
                <a:cs typeface="WUSNIB+Helvetica" panose="020B0604020202020204"/>
              </a:rPr>
              <a:t> </a:t>
            </a:r>
            <a:r>
              <a:rPr sz="1200" spc="12">
                <a:solidFill>
                  <a:srgbClr val="000000"/>
                </a:solidFill>
                <a:latin typeface="WUSNIB+Helvetica" panose="020B0604020202020204"/>
                <a:cs typeface="WUSNIB+Helvetica" panose="020B0604020202020204"/>
              </a:rPr>
              <a:t>network</a:t>
            </a:r>
            <a:r>
              <a:rPr sz="1200">
                <a:solidFill>
                  <a:srgbClr val="000000"/>
                </a:solidFill>
                <a:latin typeface="WUSNIB+Helvetica" panose="020B0604020202020204"/>
                <a:cs typeface="WUSNIB+Helvetica" panose="020B0604020202020204"/>
              </a:rPr>
              <a:t> </a:t>
            </a:r>
            <a:r>
              <a:rPr sz="1200" spc="12">
                <a:solidFill>
                  <a:srgbClr val="000000"/>
                </a:solidFill>
                <a:latin typeface="WUSNIB+Helvetica" panose="020B0604020202020204"/>
                <a:cs typeface="WUSNIB+Helvetica" panose="020B0604020202020204"/>
              </a:rPr>
              <a:t>database</a:t>
            </a:r>
            <a:endParaRPr sz="1200" spc="12">
              <a:solidFill>
                <a:srgbClr val="000000"/>
              </a:solidFill>
              <a:latin typeface="WUSNIB+Helvetica" panose="020B0604020202020204"/>
              <a:cs typeface="WUSNIB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96194" y="3170193"/>
            <a:ext cx="504959" cy="402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5"/>
              </a:lnSpc>
              <a:spcBef>
                <a:spcPct val="0"/>
              </a:spcBef>
              <a:spcAft>
                <a:spcPct val="0"/>
              </a:spcAft>
            </a:pPr>
            <a:r>
              <a:rPr sz="1200" spc="14">
                <a:solidFill>
                  <a:srgbClr val="000000"/>
                </a:solidFill>
                <a:latin typeface="WUSNIB+Helvetica" panose="020B0604020202020204"/>
                <a:cs typeface="WUSNIB+Helvetica" panose="020B0604020202020204"/>
              </a:rPr>
              <a:t>Use</a:t>
            </a:r>
            <a:endParaRPr sz="1200" spc="14">
              <a:solidFill>
                <a:srgbClr val="000000"/>
              </a:solidFill>
              <a:latin typeface="WUSNIB+Helvetica" panose="020B0604020202020204"/>
              <a:cs typeface="WUSNIB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71082" y="3170193"/>
            <a:ext cx="617339" cy="626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5"/>
              </a:lnSpc>
              <a:spcBef>
                <a:spcPct val="0"/>
              </a:spcBef>
              <a:spcAft>
                <a:spcPct val="0"/>
              </a:spcAft>
            </a:pPr>
            <a:r>
              <a:rPr sz="1200" spc="14">
                <a:solidFill>
                  <a:srgbClr val="000000"/>
                </a:solidFill>
                <a:latin typeface="WUSNIB+Helvetica" panose="020B0604020202020204"/>
                <a:cs typeface="WUSNIB+Helvetica" panose="020B0604020202020204"/>
              </a:rPr>
              <a:t>Show</a:t>
            </a:r>
            <a:endParaRPr sz="1200" spc="14">
              <a:solidFill>
                <a:srgbClr val="000000"/>
              </a:solidFill>
              <a:latin typeface="WUSNIB+Helvetica" panose="020B0604020202020204"/>
              <a:cs typeface="WUSNIB+Helvetica" panose="020B0604020202020204"/>
            </a:endParaRPr>
          </a:p>
          <a:p>
            <a:pPr marL="12700" marR="0">
              <a:lnSpc>
                <a:spcPts val="1365"/>
              </a:lnSpc>
              <a:spcBef>
                <a:spcPts val="350"/>
              </a:spcBef>
              <a:spcAft>
                <a:spcPct val="0"/>
              </a:spcAft>
            </a:pPr>
            <a:r>
              <a:rPr sz="1200" spc="10">
                <a:solidFill>
                  <a:srgbClr val="000000"/>
                </a:solidFill>
                <a:latin typeface="WUSNIB+Helvetica" panose="020B0604020202020204"/>
                <a:cs typeface="WUSNIB+Helvetica" panose="020B0604020202020204"/>
              </a:rPr>
              <a:t>ticket</a:t>
            </a:r>
            <a:endParaRPr sz="1200" spc="10">
              <a:solidFill>
                <a:srgbClr val="000000"/>
              </a:solidFill>
              <a:latin typeface="WUSNIB+Helvetica" panose="020B0604020202020204"/>
              <a:cs typeface="WUSNIB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38370" y="3360134"/>
            <a:ext cx="1265329" cy="402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5"/>
              </a:lnSpc>
              <a:spcBef>
                <a:spcPct val="0"/>
              </a:spcBef>
              <a:spcAft>
                <a:spcPct val="0"/>
              </a:spcAft>
            </a:pPr>
            <a:r>
              <a:rPr sz="1200" spc="14">
                <a:solidFill>
                  <a:srgbClr val="000000"/>
                </a:solidFill>
                <a:latin typeface="WUSNIB+Helvetica" panose="020B0604020202020204"/>
                <a:cs typeface="WUSNIB+Helvetica" panose="020B0604020202020204"/>
              </a:rPr>
              <a:t>Bank</a:t>
            </a:r>
            <a:r>
              <a:rPr sz="1200">
                <a:solidFill>
                  <a:srgbClr val="000000"/>
                </a:solidFill>
                <a:latin typeface="WUSNIB+Helvetica" panose="020B0604020202020204"/>
                <a:cs typeface="WUSNIB+Helvetica" panose="020B0604020202020204"/>
              </a:rPr>
              <a:t> </a:t>
            </a:r>
            <a:r>
              <a:rPr sz="1200" spc="12">
                <a:solidFill>
                  <a:srgbClr val="000000"/>
                </a:solidFill>
                <a:latin typeface="WUSNIB+Helvetica" panose="020B0604020202020204"/>
                <a:cs typeface="WUSNIB+Helvetica" panose="020B0604020202020204"/>
              </a:rPr>
              <a:t>database</a:t>
            </a:r>
            <a:endParaRPr sz="1200" spc="12">
              <a:solidFill>
                <a:srgbClr val="000000"/>
              </a:solidFill>
              <a:latin typeface="WUSNIB+Helvetica" panose="020B0604020202020204"/>
              <a:cs typeface="WUSNIB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52992" y="3394668"/>
            <a:ext cx="591312" cy="402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5"/>
              </a:lnSpc>
              <a:spcBef>
                <a:spcPct val="0"/>
              </a:spcBef>
              <a:spcAft>
                <a:spcPct val="0"/>
              </a:spcAft>
            </a:pPr>
            <a:r>
              <a:rPr sz="1200" spc="10">
                <a:solidFill>
                  <a:srgbClr val="000000"/>
                </a:solidFill>
                <a:latin typeface="WUSNIB+Helvetica" panose="020B0604020202020204"/>
                <a:cs typeface="WUSNIB+Helvetica" panose="020B0604020202020204"/>
              </a:rPr>
              <a:t>ticket</a:t>
            </a:r>
            <a:endParaRPr sz="1200" spc="10">
              <a:solidFill>
                <a:srgbClr val="000000"/>
              </a:solidFill>
              <a:latin typeface="WUSNIB+Helvetica" panose="020B0604020202020204"/>
              <a:cs typeface="WUSNIB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39872" y="3429197"/>
            <a:ext cx="945602" cy="62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5"/>
              </a:lnSpc>
              <a:spcBef>
                <a:spcPct val="0"/>
              </a:spcBef>
              <a:spcAft>
                <a:spcPct val="0"/>
              </a:spcAft>
            </a:pPr>
            <a:r>
              <a:rPr sz="1200" spc="13">
                <a:solidFill>
                  <a:srgbClr val="000000"/>
                </a:solidFill>
                <a:latin typeface="WUSNIB+Helvetica" panose="020B0604020202020204"/>
                <a:cs typeface="WUSNIB+Helvetica" panose="020B0604020202020204"/>
              </a:rPr>
              <a:t>Conductor</a:t>
            </a:r>
            <a:endParaRPr sz="1200" spc="13">
              <a:solidFill>
                <a:srgbClr val="000000"/>
              </a:solidFill>
              <a:latin typeface="WUSNIB+Helvetica" panose="020B0604020202020204"/>
              <a:cs typeface="WUSNIB+Helvetica" panose="020B0604020202020204"/>
            </a:endParaRPr>
          </a:p>
          <a:p>
            <a:pPr marL="60325" marR="0">
              <a:lnSpc>
                <a:spcPts val="1365"/>
              </a:lnSpc>
              <a:spcBef>
                <a:spcPts val="350"/>
              </a:spcBef>
              <a:spcAft>
                <a:spcPct val="0"/>
              </a:spcAft>
            </a:pPr>
            <a:r>
              <a:rPr sz="1200" spc="10">
                <a:solidFill>
                  <a:srgbClr val="000000"/>
                </a:solidFill>
                <a:latin typeface="WUSNIB+Helvetica" panose="020B0604020202020204"/>
                <a:cs typeface="WUSNIB+Helvetica" panose="020B0604020202020204"/>
              </a:rPr>
              <a:t>interface</a:t>
            </a:r>
            <a:endParaRPr sz="1200" spc="10">
              <a:solidFill>
                <a:srgbClr val="000000"/>
              </a:solidFill>
              <a:latin typeface="WUSNIB+Helvetica" panose="020B0604020202020204"/>
              <a:cs typeface="WUSNIB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58278" y="3429197"/>
            <a:ext cx="833070" cy="62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5"/>
              </a:lnSpc>
              <a:spcBef>
                <a:spcPct val="0"/>
              </a:spcBef>
              <a:spcAft>
                <a:spcPct val="0"/>
              </a:spcAft>
            </a:pPr>
            <a:r>
              <a:rPr sz="1200" spc="10">
                <a:solidFill>
                  <a:srgbClr val="000000"/>
                </a:solidFill>
                <a:latin typeface="WUSNIB+Helvetica" panose="020B0604020202020204"/>
                <a:cs typeface="WUSNIB+Helvetica" panose="020B0604020202020204"/>
              </a:rPr>
              <a:t>Traveller</a:t>
            </a:r>
            <a:endParaRPr sz="1200" spc="10">
              <a:solidFill>
                <a:srgbClr val="000000"/>
              </a:solidFill>
              <a:latin typeface="WUSNIB+Helvetica" panose="020B0604020202020204"/>
              <a:cs typeface="WUSNIB+Helvetica" panose="020B0604020202020204"/>
            </a:endParaRPr>
          </a:p>
          <a:p>
            <a:pPr marL="4445" marR="0">
              <a:lnSpc>
                <a:spcPts val="1365"/>
              </a:lnSpc>
              <a:spcBef>
                <a:spcPts val="350"/>
              </a:spcBef>
              <a:spcAft>
                <a:spcPct val="0"/>
              </a:spcAft>
            </a:pPr>
            <a:r>
              <a:rPr sz="1200" spc="10">
                <a:solidFill>
                  <a:srgbClr val="000000"/>
                </a:solidFill>
                <a:latin typeface="WUSNIB+Helvetica" panose="020B0604020202020204"/>
                <a:cs typeface="WUSNIB+Helvetica" panose="020B0604020202020204"/>
              </a:rPr>
              <a:t>interface</a:t>
            </a:r>
            <a:endParaRPr sz="1200" spc="10">
              <a:solidFill>
                <a:srgbClr val="000000"/>
              </a:solidFill>
              <a:latin typeface="WUSNIB+Helvetica" panose="020B0604020202020204"/>
              <a:cs typeface="WUSNIB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83837" y="3860883"/>
            <a:ext cx="729719" cy="626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5"/>
              </a:lnSpc>
              <a:spcBef>
                <a:spcPct val="0"/>
              </a:spcBef>
              <a:spcAft>
                <a:spcPct val="0"/>
              </a:spcAft>
            </a:pPr>
            <a:r>
              <a:rPr sz="1200" spc="13">
                <a:solidFill>
                  <a:srgbClr val="000000"/>
                </a:solidFill>
                <a:latin typeface="WUSNIB+Helvetica" panose="020B0604020202020204"/>
                <a:cs typeface="WUSNIB+Helvetica" panose="020B0604020202020204"/>
              </a:rPr>
              <a:t>Refund</a:t>
            </a:r>
            <a:endParaRPr sz="1200" spc="13">
              <a:solidFill>
                <a:srgbClr val="000000"/>
              </a:solidFill>
              <a:latin typeface="WUSNIB+Helvetica" panose="020B0604020202020204"/>
              <a:cs typeface="WUSNIB+Helvetica" panose="020B0604020202020204"/>
            </a:endParaRPr>
          </a:p>
          <a:p>
            <a:pPr marL="69215" marR="0">
              <a:lnSpc>
                <a:spcPts val="1365"/>
              </a:lnSpc>
              <a:spcBef>
                <a:spcPts val="350"/>
              </a:spcBef>
              <a:spcAft>
                <a:spcPct val="0"/>
              </a:spcAft>
            </a:pPr>
            <a:r>
              <a:rPr sz="1200" spc="10">
                <a:solidFill>
                  <a:srgbClr val="000000"/>
                </a:solidFill>
                <a:latin typeface="WUSNIB+Helvetica" panose="020B0604020202020204"/>
                <a:cs typeface="WUSNIB+Helvetica" panose="020B0604020202020204"/>
              </a:rPr>
              <a:t>ticket</a:t>
            </a:r>
            <a:endParaRPr sz="1200" spc="10">
              <a:solidFill>
                <a:srgbClr val="000000"/>
              </a:solidFill>
              <a:latin typeface="WUSNIB+Helvetica" panose="020B0604020202020204"/>
              <a:cs typeface="WUSNIB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59426" y="3860883"/>
            <a:ext cx="1023208" cy="626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5"/>
              </a:lnSpc>
              <a:spcBef>
                <a:spcPct val="0"/>
              </a:spcBef>
              <a:spcAft>
                <a:spcPct val="0"/>
              </a:spcAft>
            </a:pPr>
            <a:r>
              <a:rPr sz="1200" spc="11">
                <a:solidFill>
                  <a:srgbClr val="000000"/>
                </a:solidFill>
                <a:latin typeface="WUSNIB+Helvetica" panose="020B0604020202020204"/>
                <a:cs typeface="WUSNIB+Helvetica" panose="020B0604020202020204"/>
              </a:rPr>
              <a:t>Tickets</a:t>
            </a:r>
            <a:r>
              <a:rPr sz="1200">
                <a:solidFill>
                  <a:srgbClr val="000000"/>
                </a:solidFill>
                <a:latin typeface="WUSNIB+Helvetica" panose="020B0604020202020204"/>
                <a:cs typeface="WUSNIB+Helvetica" panose="020B0604020202020204"/>
              </a:rPr>
              <a:t> </a:t>
            </a:r>
            <a:r>
              <a:rPr sz="1200" spc="13">
                <a:solidFill>
                  <a:srgbClr val="000000"/>
                </a:solidFill>
                <a:latin typeface="WUSNIB+Helvetica" panose="020B0604020202020204"/>
                <a:cs typeface="WUSNIB+Helvetica" panose="020B0604020202020204"/>
              </a:rPr>
              <a:t>and</a:t>
            </a:r>
            <a:endParaRPr sz="1200" spc="13">
              <a:solidFill>
                <a:srgbClr val="000000"/>
              </a:solidFill>
              <a:latin typeface="WUSNIB+Helvetica" panose="020B0604020202020204"/>
              <a:cs typeface="WUSNIB+Helvetica" panose="020B0604020202020204"/>
            </a:endParaRPr>
          </a:p>
          <a:p>
            <a:pPr marL="146685" marR="0">
              <a:lnSpc>
                <a:spcPts val="1365"/>
              </a:lnSpc>
              <a:spcBef>
                <a:spcPts val="350"/>
              </a:spcBef>
              <a:spcAft>
                <a:spcPct val="0"/>
              </a:spcAft>
            </a:pPr>
            <a:r>
              <a:rPr sz="1200" spc="13">
                <a:solidFill>
                  <a:srgbClr val="000000"/>
                </a:solidFill>
                <a:latin typeface="WUSNIB+Helvetica" panose="020B0604020202020204"/>
                <a:cs typeface="WUSNIB+Helvetica" panose="020B0604020202020204"/>
              </a:rPr>
              <a:t>stamps</a:t>
            </a:r>
            <a:endParaRPr sz="1200" spc="13">
              <a:solidFill>
                <a:srgbClr val="000000"/>
              </a:solidFill>
              <a:latin typeface="WUSNIB+Helvetica" panose="020B0604020202020204"/>
              <a:cs typeface="WUSNIB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35891" y="3860883"/>
            <a:ext cx="487734" cy="402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5"/>
              </a:lnSpc>
              <a:spcBef>
                <a:spcPct val="0"/>
              </a:spcBef>
              <a:spcAft>
                <a:spcPct val="0"/>
              </a:spcAft>
            </a:pPr>
            <a:r>
              <a:rPr sz="1200" spc="11">
                <a:solidFill>
                  <a:srgbClr val="000000"/>
                </a:solidFill>
                <a:latin typeface="WUSNIB+Helvetica" panose="020B0604020202020204"/>
                <a:cs typeface="WUSNIB+Helvetica" panose="020B0604020202020204"/>
              </a:rPr>
              <a:t>Sell</a:t>
            </a:r>
            <a:endParaRPr sz="1200" spc="11">
              <a:solidFill>
                <a:srgbClr val="000000"/>
              </a:solidFill>
              <a:latin typeface="WUSNIB+Helvetica" panose="020B0604020202020204"/>
              <a:cs typeface="WUSNIB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31175" y="4085355"/>
            <a:ext cx="945602" cy="402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5"/>
              </a:lnSpc>
              <a:spcBef>
                <a:spcPct val="0"/>
              </a:spcBef>
              <a:spcAft>
                <a:spcPct val="0"/>
              </a:spcAft>
            </a:pPr>
            <a:r>
              <a:rPr sz="1200" spc="13">
                <a:solidFill>
                  <a:srgbClr val="000000"/>
                </a:solidFill>
                <a:latin typeface="WUSNIB+Helvetica" panose="020B0604020202020204"/>
                <a:cs typeface="WUSNIB+Helvetica" panose="020B0604020202020204"/>
              </a:rPr>
              <a:t>Conductor</a:t>
            </a:r>
            <a:endParaRPr sz="1200" spc="13">
              <a:solidFill>
                <a:srgbClr val="000000"/>
              </a:solidFill>
              <a:latin typeface="WUSNIB+Helvetica" panose="020B0604020202020204"/>
              <a:cs typeface="WUSNIB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84063" y="4085357"/>
            <a:ext cx="591312" cy="402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5"/>
              </a:lnSpc>
              <a:spcBef>
                <a:spcPct val="0"/>
              </a:spcBef>
              <a:spcAft>
                <a:spcPct val="0"/>
              </a:spcAft>
            </a:pPr>
            <a:r>
              <a:rPr sz="1200" spc="10">
                <a:solidFill>
                  <a:srgbClr val="000000"/>
                </a:solidFill>
                <a:latin typeface="WUSNIB+Helvetica" panose="020B0604020202020204"/>
                <a:cs typeface="WUSNIB+Helvetica" panose="020B0604020202020204"/>
              </a:rPr>
              <a:t>ticket</a:t>
            </a:r>
            <a:endParaRPr sz="1200" spc="10">
              <a:solidFill>
                <a:srgbClr val="000000"/>
              </a:solidFill>
              <a:latin typeface="WUSNIB+Helvetica" panose="020B0604020202020204"/>
              <a:cs typeface="WUSNIB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84235" y="4085355"/>
            <a:ext cx="798544" cy="402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5"/>
              </a:lnSpc>
              <a:spcBef>
                <a:spcPct val="0"/>
              </a:spcBef>
              <a:spcAft>
                <a:spcPct val="0"/>
              </a:spcAft>
            </a:pPr>
            <a:r>
              <a:rPr sz="1200" spc="11">
                <a:solidFill>
                  <a:srgbClr val="000000"/>
                </a:solidFill>
                <a:latin typeface="WUSNIB+Helvetica" panose="020B0604020202020204"/>
                <a:cs typeface="WUSNIB+Helvetica" panose="020B0604020202020204"/>
              </a:rPr>
              <a:t>Traveler</a:t>
            </a:r>
            <a:endParaRPr sz="1200" spc="11">
              <a:solidFill>
                <a:srgbClr val="000000"/>
              </a:solidFill>
              <a:latin typeface="WUSNIB+Helvetica" panose="020B0604020202020204"/>
              <a:cs typeface="WUSNIB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20501" y="4741513"/>
            <a:ext cx="1273721" cy="402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5"/>
              </a:lnSpc>
              <a:spcBef>
                <a:spcPct val="0"/>
              </a:spcBef>
              <a:spcAft>
                <a:spcPct val="0"/>
              </a:spcAft>
            </a:pPr>
            <a:r>
              <a:rPr sz="1200" spc="11">
                <a:solidFill>
                  <a:srgbClr val="000000"/>
                </a:solidFill>
                <a:latin typeface="WUSNIB+Helvetica" panose="020B0604020202020204"/>
                <a:cs typeface="WUSNIB+Helvetica" panose="020B0604020202020204"/>
              </a:rPr>
              <a:t>Clearing</a:t>
            </a:r>
            <a:r>
              <a:rPr sz="1200">
                <a:solidFill>
                  <a:srgbClr val="000000"/>
                </a:solidFill>
                <a:latin typeface="WUSNIB+Helvetica" panose="020B0604020202020204"/>
                <a:cs typeface="WUSNIB+Helvetica" panose="020B0604020202020204"/>
              </a:rPr>
              <a:t> </a:t>
            </a:r>
            <a:r>
              <a:rPr sz="1200" spc="13">
                <a:solidFill>
                  <a:srgbClr val="000000"/>
                </a:solidFill>
                <a:latin typeface="WUSNIB+Helvetica" panose="020B0604020202020204"/>
                <a:cs typeface="WUSNIB+Helvetica" panose="020B0604020202020204"/>
              </a:rPr>
              <a:t>house</a:t>
            </a:r>
            <a:endParaRPr sz="1200" spc="13">
              <a:solidFill>
                <a:srgbClr val="000000"/>
              </a:solidFill>
              <a:latin typeface="WUSNIB+Helvetica" panose="020B0604020202020204"/>
              <a:cs typeface="WUSNIB+Helvetica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54569" y="5353277"/>
            <a:ext cx="7957419" cy="19345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OGWVL+CMSY10~25" panose="02000500000000000000"/>
                <a:cs typeface="JOGWV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IQUKMI+CMR10" panose="02000500000000000000"/>
                <a:cs typeface="IQUKMI+CMR10" panose="02000500000000000000"/>
              </a:rPr>
              <a:t>Independent</a:t>
            </a:r>
            <a:r>
              <a:rPr sz="2050" spc="1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QUKMI+CMR10" panose="02000500000000000000"/>
                <a:cs typeface="IQUKMI+CMR10" panose="02000500000000000000"/>
              </a:rPr>
              <a:t>from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QUKMI+CMR10" panose="02000500000000000000"/>
                <a:cs typeface="IQUKMI+CMR10" panose="02000500000000000000"/>
              </a:rPr>
              <a:t>physical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QUKMI+CMR10" panose="02000500000000000000"/>
                <a:cs typeface="IQUKMI+CMR10" panose="02000500000000000000"/>
              </a:rPr>
              <a:t>architecture</a:t>
            </a:r>
            <a:endParaRPr sz="2050">
              <a:solidFill>
                <a:srgbClr val="000000"/>
              </a:solidFill>
              <a:latin typeface="IQUKMI+CMR10" panose="02000500000000000000"/>
              <a:cs typeface="IQUKMI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50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OGWVL+CMSY10~25" panose="02000500000000000000"/>
                <a:cs typeface="JOGWV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IQUKMI+CMR10" panose="02000500000000000000"/>
                <a:cs typeface="IQUKMI+CMR10" panose="02000500000000000000"/>
              </a:rPr>
              <a:t>Independent</a:t>
            </a:r>
            <a:r>
              <a:rPr sz="2050" spc="1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QUKMI+CMR10" panose="02000500000000000000"/>
                <a:cs typeface="IQUKMI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IQUKMI+CMR10" panose="02000500000000000000"/>
                <a:cs typeface="IQUKMI+CMR10" panose="02000500000000000000"/>
              </a:rPr>
              <a:t>software</a:t>
            </a:r>
            <a:r>
              <a:rPr sz="2050" spc="2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QUKMI+CMR10" panose="02000500000000000000"/>
                <a:cs typeface="IQUKMI+CMR10" panose="02000500000000000000"/>
              </a:rPr>
              <a:t>implementation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QUKMI+CMR10" panose="02000500000000000000"/>
                <a:cs typeface="IQUKMI+CMR10" panose="02000500000000000000"/>
              </a:rPr>
              <a:t>platform</a:t>
            </a:r>
            <a:endParaRPr sz="2050">
              <a:solidFill>
                <a:srgbClr val="000000"/>
              </a:solidFill>
              <a:latin typeface="IQUKMI+CMR10" panose="02000500000000000000"/>
              <a:cs typeface="IQUKMI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OGWVL+CMSY10~25" panose="02000500000000000000"/>
                <a:cs typeface="JOGWV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QUKMI+CMR10" panose="02000500000000000000"/>
                <a:cs typeface="IQUKMI+CMR10" panose="02000500000000000000"/>
              </a:rPr>
              <a:t>Motivated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QUKMI+CMR10" panose="02000500000000000000"/>
                <a:cs typeface="IQUKMI+CMR10" panose="02000500000000000000"/>
              </a:rPr>
              <a:t>only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QUKMI+CMR10" panose="02000500000000000000"/>
                <a:cs typeface="IQUKMI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QUKMI+CMR10" panose="02000500000000000000"/>
                <a:cs typeface="IQUKMI+CMR10" panose="02000500000000000000"/>
              </a:rPr>
              <a:t>terms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QUKMI+CMR10" panose="02000500000000000000"/>
                <a:cs typeface="IQUKMI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QUKMI+CMR10" panose="02000500000000000000"/>
                <a:cs typeface="IQUKMI+CMR10" panose="02000500000000000000"/>
              </a:rPr>
              <a:t>environment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IQUKMI+CMR10" panose="02000500000000000000"/>
                <a:cs typeface="IQUKMI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QUKMI+CMR10" panose="02000500000000000000"/>
                <a:cs typeface="IQUKMI+CMR10" panose="02000500000000000000"/>
              </a:rPr>
              <a:t>requirements</a:t>
            </a:r>
            <a:endParaRPr sz="2050">
              <a:solidFill>
                <a:srgbClr val="000000"/>
              </a:solidFill>
              <a:latin typeface="IQUKMI+CMR10" panose="02000500000000000000"/>
              <a:cs typeface="IQUKMI+CMR10" panose="0200050000000000000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UGMHFF+CMR7" panose="02000500000000000000"/>
                <a:cs typeface="UGMHFF+CMR7" panose="02000500000000000000"/>
              </a:rPr>
              <a:t>241</a:t>
            </a:r>
            <a:endParaRPr sz="1450">
              <a:solidFill>
                <a:srgbClr val="000000"/>
              </a:solidFill>
              <a:latin typeface="UGMHFF+CMR7" panose="02000500000000000000"/>
              <a:cs typeface="UGMHFF+CMR7" panose="0200050000000000000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902761"/>
            <a:ext cx="6958539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CUHMWC+CMBX12~c" panose="02000500000000000000"/>
                <a:cs typeface="CUHMWC+CMBX12~c" panose="02000500000000000000"/>
              </a:rPr>
              <a:t>Example:</a:t>
            </a:r>
            <a:r>
              <a:rPr sz="2500" spc="6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CUHMWC+CMBX12~c" panose="02000500000000000000"/>
                <a:cs typeface="CUHMWC+CMBX12~c" panose="02000500000000000000"/>
              </a:rPr>
              <a:t>Electronic</a:t>
            </a:r>
            <a:r>
              <a:rPr sz="2500" spc="2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38">
                <a:solidFill>
                  <a:srgbClr val="000000"/>
                </a:solidFill>
                <a:latin typeface="CUHMWC+CMBX12~c" panose="02000500000000000000"/>
                <a:cs typeface="CUHMWC+CMBX12~c" panose="02000500000000000000"/>
              </a:rPr>
              <a:t>Ticket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CUHMWC+CMBX12~c" panose="02000500000000000000"/>
                <a:cs typeface="CUHMWC+CMBX12~c" panose="02000500000000000000"/>
              </a:rPr>
              <a:t>System</a:t>
            </a:r>
            <a:r>
              <a:rPr sz="2500" spc="30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CUHMWC+CMBX12~c" panose="02000500000000000000"/>
                <a:cs typeface="CUHMWC+CMBX12~c" panose="02000500000000000000"/>
              </a:rPr>
              <a:t>(2)</a:t>
            </a:r>
            <a:endParaRPr sz="2500" spc="-14">
              <a:solidFill>
                <a:srgbClr val="000000"/>
              </a:solidFill>
              <a:latin typeface="CUHMWC+CMBX12~c" panose="02000500000000000000"/>
              <a:cs typeface="CUHMWC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2375321"/>
            <a:ext cx="4526365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GUOLJ+CMBX10" panose="02000500000000000000"/>
                <a:cs typeface="LGUOLJ+CMBX10" panose="02000500000000000000"/>
              </a:rPr>
              <a:t>Physical</a:t>
            </a:r>
            <a:r>
              <a:rPr sz="2050" spc="2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LGUOLJ+CMBX10" panose="02000500000000000000"/>
                <a:cs typeface="LGUOLJ+CMBX10" panose="02000500000000000000"/>
              </a:rPr>
              <a:t>network</a:t>
            </a:r>
            <a:r>
              <a:rPr sz="205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GUOLJ+CMBX10" panose="02000500000000000000"/>
                <a:cs typeface="LGUOLJ+CMBX10" panose="02000500000000000000"/>
              </a:rPr>
              <a:t>architecture</a:t>
            </a:r>
            <a:endParaRPr sz="2050">
              <a:solidFill>
                <a:srgbClr val="000000"/>
              </a:solidFill>
              <a:latin typeface="LGUOLJ+CMBX10" panose="02000500000000000000"/>
              <a:cs typeface="LGUOLJ+CMBX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61014" y="4177155"/>
            <a:ext cx="988420" cy="4997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5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HKGUGF+Helvetica" panose="020B0604020202020204"/>
                <a:cs typeface="HKGUGF+Helvetica" panose="020B0604020202020204"/>
              </a:rPr>
              <a:t>Traveler</a:t>
            </a:r>
            <a:endParaRPr sz="1500">
              <a:solidFill>
                <a:srgbClr val="000000"/>
              </a:solidFill>
              <a:latin typeface="HKGUGF+Helvetica" panose="020B0604020202020204"/>
              <a:cs typeface="HKGUGF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31430" y="4177155"/>
            <a:ext cx="1169724" cy="4997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5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HKGUGF+Helvetica" panose="020B0604020202020204"/>
                <a:cs typeface="HKGUGF+Helvetica" panose="020B0604020202020204"/>
              </a:rPr>
              <a:t>Conductor</a:t>
            </a:r>
            <a:endParaRPr sz="1500">
              <a:solidFill>
                <a:srgbClr val="000000"/>
              </a:solidFill>
              <a:latin typeface="HKGUGF+Helvetica" panose="020B0604020202020204"/>
              <a:cs typeface="HKGUGF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44997" y="4624196"/>
            <a:ext cx="658400" cy="4997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5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HKGUGF+Helvetica" panose="020B0604020202020204"/>
                <a:cs typeface="HKGUGF+Helvetica" panose="020B0604020202020204"/>
              </a:rPr>
              <a:t>ETS</a:t>
            </a:r>
            <a:endParaRPr sz="1500">
              <a:solidFill>
                <a:srgbClr val="000000"/>
              </a:solidFill>
              <a:latin typeface="HKGUGF+Helvetica" panose="020B0604020202020204"/>
              <a:cs typeface="HKGUGF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62404" y="4773217"/>
            <a:ext cx="999272" cy="7765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5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HKGUGF+Helvetica" panose="020B0604020202020204"/>
                <a:cs typeface="HKGUGF+Helvetica" panose="020B0604020202020204"/>
              </a:rPr>
              <a:t>Clearing</a:t>
            </a:r>
            <a:endParaRPr sz="1500">
              <a:solidFill>
                <a:srgbClr val="000000"/>
              </a:solidFill>
              <a:latin typeface="HKGUGF+Helvetica" panose="020B0604020202020204"/>
              <a:cs typeface="HKGUGF+Helvetica" panose="020B0604020202020204"/>
            </a:endParaRPr>
          </a:p>
          <a:p>
            <a:pPr marL="95885" marR="0">
              <a:lnSpc>
                <a:spcPts val="1685"/>
              </a:lnSpc>
              <a:spcBef>
                <a:spcPts val="495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HKGUGF+Helvetica" panose="020B0604020202020204"/>
                <a:cs typeface="HKGUGF+Helvetica" panose="020B0604020202020204"/>
              </a:rPr>
              <a:t>house</a:t>
            </a:r>
            <a:endParaRPr sz="1500">
              <a:solidFill>
                <a:srgbClr val="000000"/>
              </a:solidFill>
              <a:latin typeface="HKGUGF+Helvetica" panose="020B0604020202020204"/>
              <a:cs typeface="HKGUGF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16392" y="4773217"/>
            <a:ext cx="1084404" cy="1053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135" marR="0">
              <a:lnSpc>
                <a:spcPts val="1685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HKGUGF+Helvetica" panose="020B0604020202020204"/>
                <a:cs typeface="HKGUGF+Helvetica" panose="020B0604020202020204"/>
              </a:rPr>
              <a:t>Railway</a:t>
            </a:r>
            <a:endParaRPr sz="1500">
              <a:solidFill>
                <a:srgbClr val="000000"/>
              </a:solidFill>
              <a:latin typeface="HKGUGF+Helvetica" panose="020B0604020202020204"/>
              <a:cs typeface="HKGUGF+Helvetica" panose="020B0604020202020204"/>
            </a:endParaRPr>
          </a:p>
          <a:p>
            <a:pPr marL="10795" marR="0">
              <a:lnSpc>
                <a:spcPts val="1685"/>
              </a:lnSpc>
              <a:spcBef>
                <a:spcPts val="495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HKGUGF+Helvetica" panose="020B0604020202020204"/>
                <a:cs typeface="HKGUGF+Helvetica" panose="020B0604020202020204"/>
              </a:rPr>
              <a:t>company</a:t>
            </a:r>
            <a:endParaRPr sz="1500">
              <a:solidFill>
                <a:srgbClr val="000000"/>
              </a:solidFill>
              <a:latin typeface="HKGUGF+Helvetica" panose="020B0604020202020204"/>
              <a:cs typeface="HKGUGF+Helvetica" panose="020B0604020202020204"/>
            </a:endParaRPr>
          </a:p>
          <a:p>
            <a:pPr marL="0" marR="0">
              <a:lnSpc>
                <a:spcPts val="1685"/>
              </a:lnSpc>
              <a:spcBef>
                <a:spcPts val="445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HKGUGF+Helvetica" panose="020B0604020202020204"/>
                <a:cs typeface="HKGUGF+Helvetica" panose="020B0604020202020204"/>
              </a:rPr>
              <a:t>computer</a:t>
            </a:r>
            <a:endParaRPr sz="1500">
              <a:solidFill>
                <a:srgbClr val="000000"/>
              </a:solidFill>
              <a:latin typeface="HKGUGF+Helvetica" panose="020B0604020202020204"/>
              <a:cs typeface="HKGUGF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91951" y="4922238"/>
            <a:ext cx="1126783" cy="7765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5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HKGUGF+Helvetica" panose="020B0604020202020204"/>
                <a:cs typeface="HKGUGF+Helvetica" panose="020B0604020202020204"/>
              </a:rPr>
              <a:t>Traveler’s</a:t>
            </a:r>
            <a:endParaRPr sz="1500">
              <a:solidFill>
                <a:srgbClr val="000000"/>
              </a:solidFill>
              <a:latin typeface="HKGUGF+Helvetica" panose="020B0604020202020204"/>
              <a:cs typeface="HKGUGF+Helvetica" panose="020B0604020202020204"/>
            </a:endParaRPr>
          </a:p>
          <a:p>
            <a:pPr marL="223520" marR="0">
              <a:lnSpc>
                <a:spcPts val="1685"/>
              </a:lnSpc>
              <a:spcBef>
                <a:spcPts val="495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HKGUGF+Helvetica" panose="020B0604020202020204"/>
                <a:cs typeface="HKGUGF+Helvetica" panose="020B0604020202020204"/>
              </a:rPr>
              <a:t>PDA</a:t>
            </a:r>
            <a:endParaRPr sz="1500">
              <a:solidFill>
                <a:srgbClr val="000000"/>
              </a:solidFill>
              <a:latin typeface="HKGUGF+Helvetica" panose="020B0604020202020204"/>
              <a:cs typeface="HKGUGF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34112" y="4922238"/>
            <a:ext cx="796731" cy="7765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5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HKGUGF+Helvetica" panose="020B0604020202020204"/>
                <a:cs typeface="HKGUGF+Helvetica" panose="020B0604020202020204"/>
              </a:rPr>
              <a:t>Smart</a:t>
            </a:r>
            <a:endParaRPr sz="1500">
              <a:solidFill>
                <a:srgbClr val="000000"/>
              </a:solidFill>
              <a:latin typeface="HKGUGF+Helvetica" panose="020B0604020202020204"/>
              <a:cs typeface="HKGUGF+Helvetica" panose="020B0604020202020204"/>
            </a:endParaRPr>
          </a:p>
          <a:p>
            <a:pPr marL="69215" marR="0">
              <a:lnSpc>
                <a:spcPts val="1685"/>
              </a:lnSpc>
              <a:spcBef>
                <a:spcPts val="495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HKGUGF+Helvetica" panose="020B0604020202020204"/>
                <a:cs typeface="HKGUGF+Helvetica" panose="020B0604020202020204"/>
              </a:rPr>
              <a:t>card</a:t>
            </a:r>
            <a:endParaRPr sz="1500">
              <a:solidFill>
                <a:srgbClr val="000000"/>
              </a:solidFill>
              <a:latin typeface="HKGUGF+Helvetica" panose="020B0604020202020204"/>
              <a:cs typeface="HKGUGF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62368" y="4922238"/>
            <a:ext cx="1308087" cy="7765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5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HKGUGF+Helvetica" panose="020B0604020202020204"/>
                <a:cs typeface="HKGUGF+Helvetica" panose="020B0604020202020204"/>
              </a:rPr>
              <a:t>Conductor’s</a:t>
            </a:r>
            <a:endParaRPr sz="1500">
              <a:solidFill>
                <a:srgbClr val="000000"/>
              </a:solidFill>
              <a:latin typeface="HKGUGF+Helvetica" panose="020B0604020202020204"/>
              <a:cs typeface="HKGUGF+Helvetica" panose="020B0604020202020204"/>
            </a:endParaRPr>
          </a:p>
          <a:p>
            <a:pPr marL="314325" marR="0">
              <a:lnSpc>
                <a:spcPts val="1685"/>
              </a:lnSpc>
              <a:spcBef>
                <a:spcPts val="495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HKGUGF+Helvetica" panose="020B0604020202020204"/>
                <a:cs typeface="HKGUGF+Helvetica" panose="020B0604020202020204"/>
              </a:rPr>
              <a:t>PDA</a:t>
            </a:r>
            <a:endParaRPr sz="1500">
              <a:solidFill>
                <a:srgbClr val="000000"/>
              </a:solidFill>
              <a:latin typeface="HKGUGF+Helvetica" panose="020B0604020202020204"/>
              <a:cs typeface="HKGUGF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19773" y="5326711"/>
            <a:ext cx="1084404" cy="4997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5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HKGUGF+Helvetica" panose="020B0604020202020204"/>
                <a:cs typeface="HKGUGF+Helvetica" panose="020B0604020202020204"/>
              </a:rPr>
              <a:t>computer</a:t>
            </a:r>
            <a:endParaRPr sz="1500">
              <a:solidFill>
                <a:srgbClr val="000000"/>
              </a:solidFill>
              <a:latin typeface="HKGUGF+Helvetica" panose="020B0604020202020204"/>
              <a:cs typeface="HKGUGF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TLTICP+CMR7" panose="02000500000000000000"/>
                <a:cs typeface="TLTICP+CMR7" panose="02000500000000000000"/>
              </a:rPr>
              <a:t>242</a:t>
            </a:r>
            <a:endParaRPr sz="1450">
              <a:solidFill>
                <a:srgbClr val="000000"/>
              </a:solidFill>
              <a:latin typeface="TLTICP+CMR7" panose="02000500000000000000"/>
              <a:cs typeface="TLTICP+CMR7" panose="0200050000000000000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002077"/>
            <a:ext cx="6958539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KWASBU+CMBX12~c" panose="02000500000000000000"/>
                <a:cs typeface="KWASBU+CMBX12~c" panose="02000500000000000000"/>
              </a:rPr>
              <a:t>Example:</a:t>
            </a:r>
            <a:r>
              <a:rPr sz="2500" spc="6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KWASBU+CMBX12~c" panose="02000500000000000000"/>
                <a:cs typeface="KWASBU+CMBX12~c" panose="02000500000000000000"/>
              </a:rPr>
              <a:t>Electronic</a:t>
            </a:r>
            <a:r>
              <a:rPr sz="2500" spc="2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38">
                <a:solidFill>
                  <a:srgbClr val="000000"/>
                </a:solidFill>
                <a:latin typeface="KWASBU+CMBX12~c" panose="02000500000000000000"/>
                <a:cs typeface="KWASBU+CMBX12~c" panose="02000500000000000000"/>
              </a:rPr>
              <a:t>Ticket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KWASBU+CMBX12~c" panose="02000500000000000000"/>
                <a:cs typeface="KWASBU+CMBX12~c" panose="02000500000000000000"/>
              </a:rPr>
              <a:t>System</a:t>
            </a:r>
            <a:r>
              <a:rPr sz="2500" spc="30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KWASBU+CMBX12~c" panose="02000500000000000000"/>
                <a:cs typeface="KWASBU+CMBX12~c" panose="02000500000000000000"/>
              </a:rPr>
              <a:t>(3)</a:t>
            </a:r>
            <a:endParaRPr sz="2500" spc="-14">
              <a:solidFill>
                <a:srgbClr val="000000"/>
              </a:solidFill>
              <a:latin typeface="KWASBU+CMBX12~c" panose="02000500000000000000"/>
              <a:cs typeface="KWASBU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1441109"/>
            <a:ext cx="8915384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6">
                <a:solidFill>
                  <a:srgbClr val="000000"/>
                </a:solidFill>
                <a:latin typeface="ALIOTW+CMBX10" panose="02000500000000000000"/>
                <a:cs typeface="ALIOTW+CMBX10" panose="02000500000000000000"/>
              </a:rPr>
              <a:t>Allocation</a:t>
            </a:r>
            <a:r>
              <a:rPr sz="2050" spc="2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LIOTW+CMBX10" panose="02000500000000000000"/>
                <a:cs typeface="ALIOTW+CMBX10" panose="02000500000000000000"/>
              </a:rPr>
              <a:t>of</a:t>
            </a:r>
            <a:r>
              <a:rPr sz="2050" spc="2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LIOTW+CMBX10" panose="02000500000000000000"/>
                <a:cs typeface="ALIOTW+CMBX10" panose="02000500000000000000"/>
              </a:rPr>
              <a:t>essential</a:t>
            </a:r>
            <a:r>
              <a:rPr sz="2050" spc="2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LIOTW+CMBX10" panose="02000500000000000000"/>
                <a:cs typeface="ALIOTW+CMBX10" panose="02000500000000000000"/>
              </a:rPr>
              <a:t>components</a:t>
            </a:r>
            <a:r>
              <a:rPr sz="2050" spc="2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LIOTW+CMBX10" panose="02000500000000000000"/>
                <a:cs typeface="ALIOTW+CMBX10" panose="02000500000000000000"/>
              </a:rPr>
              <a:t>to</a:t>
            </a:r>
            <a:r>
              <a:rPr sz="2050" spc="2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LIOTW+CMBX10" panose="02000500000000000000"/>
                <a:cs typeface="ALIOTW+CMBX10" panose="02000500000000000000"/>
              </a:rPr>
              <a:t>physical</a:t>
            </a:r>
            <a:r>
              <a:rPr sz="2050" spc="2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LIOTW+CMBX10" panose="02000500000000000000"/>
                <a:cs typeface="ALIOTW+CMBX10" panose="02000500000000000000"/>
              </a:rPr>
              <a:t>components</a:t>
            </a:r>
            <a:endParaRPr sz="2050" spc="10">
              <a:solidFill>
                <a:srgbClr val="000000"/>
              </a:solidFill>
              <a:latin typeface="ALIOTW+CMBX10" panose="02000500000000000000"/>
              <a:cs typeface="ALIOTW+CMBX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23071" y="2264566"/>
            <a:ext cx="823412" cy="6407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Clearing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  <a:p>
            <a:pPr marL="78740" marR="0">
              <a:lnSpc>
                <a:spcPts val="1380"/>
              </a:lnSpc>
              <a:spcBef>
                <a:spcPts val="405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house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24452" y="2613804"/>
            <a:ext cx="814510" cy="413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Traveler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04506" y="2613804"/>
            <a:ext cx="963230" cy="413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Conductor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85767" y="2980517"/>
            <a:ext cx="1006667" cy="413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Smart card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24622" y="3085290"/>
            <a:ext cx="753282" cy="431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*</a:t>
            </a:r>
            <a:r>
              <a:rPr sz="1250" spc="1091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 </a:t>
            </a: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Rail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81257" y="3137679"/>
            <a:ext cx="596342" cy="413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Bank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81157" y="3329763"/>
            <a:ext cx="884803" cy="6407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26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network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  <a:p>
            <a:pPr marL="0" marR="0">
              <a:lnSpc>
                <a:spcPts val="1380"/>
              </a:lnSpc>
              <a:spcBef>
                <a:spcPts val="405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database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15835" y="3347227"/>
            <a:ext cx="735820" cy="431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*</a:t>
            </a:r>
            <a:r>
              <a:rPr sz="1250" spc="954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 </a:t>
            </a: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Rail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37061" y="3364688"/>
            <a:ext cx="884803" cy="413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database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03077" y="3591701"/>
            <a:ext cx="788419" cy="413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network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76886" y="3713928"/>
            <a:ext cx="1024426" cy="867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Interface to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  <a:p>
            <a:pPr marL="74295" marR="0">
              <a:lnSpc>
                <a:spcPts val="1380"/>
              </a:lnSpc>
              <a:spcBef>
                <a:spcPts val="405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traveler’s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  <a:p>
            <a:pPr marL="231775" marR="0">
              <a:lnSpc>
                <a:spcPts val="1380"/>
              </a:lnSpc>
              <a:spcBef>
                <a:spcPts val="405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PDA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11250" y="3836166"/>
            <a:ext cx="840909" cy="6407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35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Traveler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  <a:p>
            <a:pPr marL="0" marR="0">
              <a:lnSpc>
                <a:spcPts val="1380"/>
              </a:lnSpc>
              <a:spcBef>
                <a:spcPts val="405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interface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54587" y="3836166"/>
            <a:ext cx="849663" cy="6407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Interface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  <a:p>
            <a:pPr marL="65405" marR="0">
              <a:lnSpc>
                <a:spcPts val="1380"/>
              </a:lnSpc>
              <a:spcBef>
                <a:spcPts val="405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to card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54906" y="3818711"/>
            <a:ext cx="884803" cy="413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database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17813" y="4098103"/>
            <a:ext cx="1233765" cy="413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Central selling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05968" y="4325114"/>
            <a:ext cx="657579" cy="413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dialog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04506" y="4447353"/>
            <a:ext cx="963230" cy="413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Conductor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21158" y="4621978"/>
            <a:ext cx="735854" cy="413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Tickets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23945" y="4656903"/>
            <a:ext cx="1015566" cy="867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5255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Central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  <a:p>
            <a:pPr marL="0" marR="0">
              <a:lnSpc>
                <a:spcPts val="1380"/>
              </a:lnSpc>
              <a:spcBef>
                <a:spcPts val="405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information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  <a:p>
            <a:pPr marL="139700" marR="0">
              <a:lnSpc>
                <a:spcPts val="1380"/>
              </a:lnSpc>
              <a:spcBef>
                <a:spcPts val="405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system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15459" y="4656902"/>
            <a:ext cx="718357" cy="431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*</a:t>
            </a:r>
            <a:r>
              <a:rPr sz="1250" spc="816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 </a:t>
            </a: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Rail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65642" y="4674364"/>
            <a:ext cx="840909" cy="413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interface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846742" y="4848989"/>
            <a:ext cx="884803" cy="413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database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254058" y="4883903"/>
            <a:ext cx="561272" cy="413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PDA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537069" y="4901376"/>
            <a:ext cx="884803" cy="6407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26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network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  <a:p>
            <a:pPr marL="0" marR="0">
              <a:lnSpc>
                <a:spcPts val="1380"/>
              </a:lnSpc>
              <a:spcBef>
                <a:spcPts val="405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database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933674" y="5058534"/>
            <a:ext cx="1076727" cy="6407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Conductor’s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  <a:p>
            <a:pPr marL="257810" marR="0">
              <a:lnSpc>
                <a:spcPts val="1380"/>
              </a:lnSpc>
              <a:spcBef>
                <a:spcPts val="405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PDA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114263" y="5110913"/>
            <a:ext cx="840909" cy="413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interface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768320" y="5285541"/>
            <a:ext cx="1041811" cy="867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255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Interface to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  <a:p>
            <a:pPr marL="0" marR="0">
              <a:lnSpc>
                <a:spcPts val="1380"/>
              </a:lnSpc>
              <a:spcBef>
                <a:spcPts val="405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conductor’s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  <a:p>
            <a:pPr marL="240030" marR="0">
              <a:lnSpc>
                <a:spcPts val="1380"/>
              </a:lnSpc>
              <a:spcBef>
                <a:spcPts val="405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PDA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511247" y="5337933"/>
            <a:ext cx="840909" cy="413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interface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261250" y="5407778"/>
            <a:ext cx="849662" cy="6407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Interface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  <a:p>
            <a:pPr marL="65405" marR="0">
              <a:lnSpc>
                <a:spcPts val="1380"/>
              </a:lnSpc>
              <a:spcBef>
                <a:spcPts val="405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to card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450694" y="5495090"/>
            <a:ext cx="1469483" cy="6407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Railway company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  <a:p>
            <a:pPr marL="288290" marR="0">
              <a:lnSpc>
                <a:spcPts val="1380"/>
              </a:lnSpc>
              <a:spcBef>
                <a:spcPts val="405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computer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157499" y="5687186"/>
            <a:ext cx="1294719" cy="413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OSNGJN+Helvetica" panose="020B0604020202020204"/>
                <a:cs typeface="OSNGJN+Helvetica" panose="020B0604020202020204"/>
              </a:rPr>
              <a:t>Traveler’s PDA</a:t>
            </a:r>
            <a:endParaRPr sz="1250">
              <a:solidFill>
                <a:srgbClr val="000000"/>
              </a:solidFill>
              <a:latin typeface="OSNGJN+Helvetica" panose="020B0604020202020204"/>
              <a:cs typeface="OSNGJN+Helvetica" panose="020B060402020202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44260" y="6217386"/>
            <a:ext cx="8917852" cy="1071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DGHILQ+CMR10" panose="02000500000000000000"/>
                <a:cs typeface="DGHILQ+CMR10" panose="02000500000000000000"/>
              </a:rPr>
              <a:t>Components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DGHILQ+CMR10" panose="02000500000000000000"/>
                <a:cs typeface="DGHILQ+CMR10" panose="02000500000000000000"/>
              </a:rPr>
              <a:t>introduced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GHILQ+CMR10" panose="02000500000000000000"/>
                <a:cs typeface="DGHILQ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DGHILQ+CMR10" panose="02000500000000000000"/>
                <a:cs typeface="DGHILQ+CMR10" panose="02000500000000000000"/>
              </a:rPr>
              <a:t>deal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GHILQ+CMR10" panose="02000500000000000000"/>
                <a:cs typeface="DGHILQ+CMR10" panose="02000500000000000000"/>
              </a:rPr>
              <a:t>with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GHILQ+CMR10" panose="02000500000000000000"/>
                <a:cs typeface="DGHILQ+CMR10" panose="02000500000000000000"/>
              </a:rPr>
              <a:t>internal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GHILQ+CMR10" panose="02000500000000000000"/>
                <a:cs typeface="DGHILQ+CMR10" panose="02000500000000000000"/>
              </a:rPr>
              <a:t>interfaces.</a:t>
            </a:r>
            <a:r>
              <a:rPr sz="2050" spc="3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DGHILQ+CMR10" panose="02000500000000000000"/>
                <a:cs typeface="DGHILQ+CMR10" panose="02000500000000000000"/>
              </a:rPr>
              <a:t>Replicated</a:t>
            </a:r>
            <a:endParaRPr sz="2050" spc="11">
              <a:solidFill>
                <a:srgbClr val="000000"/>
              </a:solidFill>
              <a:latin typeface="DGHILQ+CMR10" panose="02000500000000000000"/>
              <a:cs typeface="DGHILQ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375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DGHILQ+CMR10" panose="02000500000000000000"/>
                <a:cs typeface="DGHILQ+CMR10" panose="02000500000000000000"/>
              </a:rPr>
              <a:t>components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DGHILQ+CMR10" panose="02000500000000000000"/>
                <a:cs typeface="DGHILQ+CMR10" panose="02000500000000000000"/>
              </a:rPr>
              <a:t>indicated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DGHILQ+CMR10" panose="02000500000000000000"/>
                <a:cs typeface="DGHILQ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GHILQ+CMR10" panose="02000500000000000000"/>
                <a:cs typeface="DGHILQ+CMR10" panose="02000500000000000000"/>
              </a:rPr>
              <a:t>asterisk.</a:t>
            </a:r>
            <a:endParaRPr sz="2050">
              <a:solidFill>
                <a:srgbClr val="000000"/>
              </a:solidFill>
              <a:latin typeface="DGHILQ+CMR10" panose="02000500000000000000"/>
              <a:cs typeface="DGHILQ+CMR10" panose="02000500000000000000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ISIKFU+CMR7" panose="02000500000000000000"/>
                <a:cs typeface="ISIKFU+CMR7" panose="02000500000000000000"/>
              </a:rPr>
              <a:t>243</a:t>
            </a:r>
            <a:endParaRPr sz="1450">
              <a:solidFill>
                <a:srgbClr val="000000"/>
              </a:solidFill>
              <a:latin typeface="ISIKFU+CMR7" panose="02000500000000000000"/>
              <a:cs typeface="ISIKFU+CMR7" panose="0200050000000000000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808273"/>
            <a:ext cx="2091244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QUPSQV+CMBX12~c" panose="02000500000000000000"/>
                <a:cs typeface="QUPSQV+CMBX12~c" panose="02000500000000000000"/>
              </a:rPr>
              <a:t>Icons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QUPSQV+CMBX12~c" panose="02000500000000000000"/>
                <a:cs typeface="QUPSQV+CMBX12~c" panose="02000500000000000000"/>
              </a:rPr>
              <a:t>used</a:t>
            </a:r>
            <a:endParaRPr sz="2500" spc="-10">
              <a:solidFill>
                <a:srgbClr val="000000"/>
              </a:solidFill>
              <a:latin typeface="QUPSQV+CMBX12~c" panose="02000500000000000000"/>
              <a:cs typeface="QUPSQV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68957" y="2930462"/>
            <a:ext cx="670139" cy="4845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FLKFHR+Helvetica" panose="020B0604020202020204"/>
                <a:cs typeface="FLKFHR+Helvetica" panose="020B0604020202020204"/>
              </a:rPr>
              <a:t>Data</a:t>
            </a:r>
            <a:endParaRPr sz="1450">
              <a:solidFill>
                <a:srgbClr val="000000"/>
              </a:solidFill>
              <a:latin typeface="FLKFHR+Helvetica" panose="020B0604020202020204"/>
              <a:cs typeface="FLKFHR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75935" y="3075509"/>
            <a:ext cx="1322838" cy="753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FLKFHR+Helvetica" panose="020B0604020202020204"/>
                <a:cs typeface="FLKFHR+Helvetica" panose="020B0604020202020204"/>
              </a:rPr>
              <a:t>(Sub)system</a:t>
            </a:r>
            <a:endParaRPr sz="1450">
              <a:solidFill>
                <a:srgbClr val="000000"/>
              </a:solidFill>
              <a:latin typeface="FLKFHR+Helvetica" panose="020B0604020202020204"/>
              <a:cs typeface="FLKFHR+Helvetica" panose="020B0604020202020204"/>
            </a:endParaRPr>
          </a:p>
          <a:p>
            <a:pPr marL="468630" marR="0">
              <a:lnSpc>
                <a:spcPts val="1640"/>
              </a:lnSpc>
              <a:spcBef>
                <a:spcPts val="53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FLKFHR+Helvetica" panose="020B0604020202020204"/>
                <a:cs typeface="FLKFHR+Helvetica" panose="020B0604020202020204"/>
              </a:rPr>
              <a:t>&gt;</a:t>
            </a:r>
            <a:endParaRPr sz="1450">
              <a:solidFill>
                <a:srgbClr val="000000"/>
              </a:solidFill>
              <a:latin typeface="FLKFHR+Helvetica" panose="020B0604020202020204"/>
              <a:cs typeface="FLKFHR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23415" y="3075509"/>
            <a:ext cx="815193" cy="753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0"/>
              </a:lnSpc>
              <a:spcBef>
                <a:spcPct val="0"/>
              </a:spcBef>
              <a:spcAft>
                <a:spcPct val="0"/>
              </a:spcAft>
            </a:pPr>
            <a:r>
              <a:rPr sz="1450" spc="10">
                <a:solidFill>
                  <a:srgbClr val="000000"/>
                </a:solidFill>
                <a:latin typeface="FLKFHR+Helvetica" panose="020B0604020202020204"/>
                <a:cs typeface="FLKFHR+Helvetica" panose="020B0604020202020204"/>
              </a:rPr>
              <a:t>Object</a:t>
            </a:r>
            <a:endParaRPr sz="1450" spc="10">
              <a:solidFill>
                <a:srgbClr val="000000"/>
              </a:solidFill>
              <a:latin typeface="FLKFHR+Helvetica" panose="020B0604020202020204"/>
              <a:cs typeface="FLKFHR+Helvetica" panose="020B0604020202020204"/>
            </a:endParaRPr>
          </a:p>
          <a:p>
            <a:pPr marL="57150" marR="0">
              <a:lnSpc>
                <a:spcPts val="1640"/>
              </a:lnSpc>
              <a:spcBef>
                <a:spcPts val="53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FLKFHR+Helvetica" panose="020B0604020202020204"/>
                <a:cs typeface="FLKFHR+Helvetica" panose="020B0604020202020204"/>
              </a:rPr>
              <a:t>class</a:t>
            </a:r>
            <a:endParaRPr sz="1450">
              <a:solidFill>
                <a:srgbClr val="000000"/>
              </a:solidFill>
              <a:latin typeface="FLKFHR+Helvetica" panose="020B0604020202020204"/>
              <a:cs typeface="FLKFHR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95339" y="3199829"/>
            <a:ext cx="1017341" cy="753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FLKFHR+Helvetica" panose="020B0604020202020204"/>
                <a:cs typeface="FLKFHR+Helvetica" panose="020B0604020202020204"/>
              </a:rPr>
              <a:t>transfor−</a:t>
            </a:r>
            <a:endParaRPr sz="1450">
              <a:solidFill>
                <a:srgbClr val="000000"/>
              </a:solidFill>
              <a:latin typeface="FLKFHR+Helvetica" panose="020B0604020202020204"/>
              <a:cs typeface="FLKFHR+Helvetica" panose="020B0604020202020204"/>
            </a:endParaRPr>
          </a:p>
          <a:p>
            <a:pPr marL="90805" marR="0">
              <a:lnSpc>
                <a:spcPts val="1640"/>
              </a:lnSpc>
              <a:spcBef>
                <a:spcPts val="53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FLKFHR+Helvetica" panose="020B0604020202020204"/>
                <a:cs typeface="FLKFHR+Helvetica" panose="020B0604020202020204"/>
              </a:rPr>
              <a:t>mation</a:t>
            </a:r>
            <a:endParaRPr sz="1450">
              <a:solidFill>
                <a:srgbClr val="000000"/>
              </a:solidFill>
              <a:latin typeface="FLKFHR+Helvetica" panose="020B0604020202020204"/>
              <a:cs typeface="FLKFHR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67113" y="3199829"/>
            <a:ext cx="960430" cy="4845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FLKFHR+Helvetica" panose="020B0604020202020204"/>
                <a:cs typeface="FLKFHR+Helvetica" panose="020B0604020202020204"/>
              </a:rPr>
              <a:t>Variable</a:t>
            </a:r>
            <a:endParaRPr sz="1450">
              <a:solidFill>
                <a:srgbClr val="000000"/>
              </a:solidFill>
              <a:latin typeface="FLKFHR+Helvetica" panose="020B0604020202020204"/>
              <a:cs typeface="FLKFHR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56887" y="3199829"/>
            <a:ext cx="1074525" cy="4845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0"/>
              </a:lnSpc>
              <a:spcBef>
                <a:spcPct val="0"/>
              </a:spcBef>
              <a:spcAft>
                <a:spcPct val="0"/>
              </a:spcAft>
            </a:pPr>
            <a:r>
              <a:rPr sz="1450" spc="10">
                <a:solidFill>
                  <a:srgbClr val="000000"/>
                </a:solidFill>
                <a:latin typeface="FLKFHR+Helvetica" panose="020B0604020202020204"/>
                <a:cs typeface="FLKFHR+Helvetica" panose="020B0604020202020204"/>
              </a:rPr>
              <a:t>Database</a:t>
            </a:r>
            <a:endParaRPr sz="1450" spc="10">
              <a:solidFill>
                <a:srgbClr val="000000"/>
              </a:solidFill>
              <a:latin typeface="FLKFHR+Helvetica" panose="020B0604020202020204"/>
              <a:cs typeface="FLKFHR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76580" y="3199829"/>
            <a:ext cx="815193" cy="4845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0"/>
              </a:lnSpc>
              <a:spcBef>
                <a:spcPct val="0"/>
              </a:spcBef>
              <a:spcAft>
                <a:spcPct val="0"/>
              </a:spcAft>
            </a:pPr>
            <a:r>
              <a:rPr sz="1450" spc="10">
                <a:solidFill>
                  <a:srgbClr val="000000"/>
                </a:solidFill>
                <a:latin typeface="FLKFHR+Helvetica" panose="020B0604020202020204"/>
                <a:cs typeface="FLKFHR+Helvetica" panose="020B0604020202020204"/>
              </a:rPr>
              <a:t>Object</a:t>
            </a:r>
            <a:endParaRPr sz="1450" spc="10">
              <a:solidFill>
                <a:srgbClr val="000000"/>
              </a:solidFill>
              <a:latin typeface="FLKFHR+Helvetica" panose="020B0604020202020204"/>
              <a:cs typeface="FLKFHR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580" y="4191989"/>
            <a:ext cx="7492429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DEKJS+CMSY10~25" panose="02000500000000000000"/>
                <a:cs typeface="BDEKJS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AMLR+CMR10" panose="02000500000000000000"/>
                <a:cs typeface="FJAMLR+CMR10" panose="02000500000000000000"/>
              </a:rPr>
              <a:t>There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AMLR+CMR10" panose="02000500000000000000"/>
                <a:cs typeface="FJAMLR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AMLR+CMR10" panose="02000500000000000000"/>
                <a:cs typeface="FJAMLR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AMLR+CMR10" panose="02000500000000000000"/>
                <a:cs typeface="FJAMLR+CMR10" panose="02000500000000000000"/>
              </a:rPr>
              <a:t>small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AMLR+CMR10" panose="02000500000000000000"/>
                <a:cs typeface="FJAMLR+CMR10" panose="02000500000000000000"/>
              </a:rPr>
              <a:t>number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AMLR+CMR10" panose="02000500000000000000"/>
                <a:cs typeface="FJAMLR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JAMLR+CMR10" panose="02000500000000000000"/>
                <a:cs typeface="FJAMLR+CMR10" panose="02000500000000000000"/>
              </a:rPr>
              <a:t>icons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JAMLR+CMR10" panose="02000500000000000000"/>
                <a:cs typeface="FJAMLR+CMR10" panose="02000500000000000000"/>
              </a:rPr>
              <a:t>used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AMLR+CMR10" panose="02000500000000000000"/>
                <a:cs typeface="FJAMLR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AMLR+CMR10" panose="02000500000000000000"/>
                <a:cs typeface="FJAMLR+CMR10" panose="02000500000000000000"/>
              </a:rPr>
              <a:t>represent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JAMLR+CMR10" panose="02000500000000000000"/>
                <a:cs typeface="FJAMLR+CMR10" panose="02000500000000000000"/>
              </a:rPr>
              <a:t>the</a:t>
            </a:r>
            <a:endParaRPr sz="2050" spc="11">
              <a:solidFill>
                <a:srgbClr val="000000"/>
              </a:solidFill>
              <a:latin typeface="FJAMLR+CMR10" panose="02000500000000000000"/>
              <a:cs typeface="FJAMLR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6701" y="4563848"/>
            <a:ext cx="7351481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JAMLR+CMR10" panose="02000500000000000000"/>
                <a:cs typeface="FJAMLR+CMR10" panose="02000500000000000000"/>
              </a:rPr>
              <a:t>communication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AMLR+CMR10" panose="02000500000000000000"/>
                <a:cs typeface="FJAMLR+CMR10" panose="02000500000000000000"/>
              </a:rPr>
              <a:t>between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JAMLR+CMR10" panose="02000500000000000000"/>
                <a:cs typeface="FJAMLR+CMR10" panose="02000500000000000000"/>
              </a:rPr>
              <a:t>components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AMLR+CMR10" panose="02000500000000000000"/>
                <a:cs typeface="FJAMLR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AMLR+CMR10" panose="02000500000000000000"/>
                <a:cs typeface="FJAMLR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AMLR+CMR10" panose="02000500000000000000"/>
                <a:cs typeface="FJAMLR+CMR10" panose="02000500000000000000"/>
              </a:rPr>
              <a:t>architecture.</a:t>
            </a:r>
            <a:endParaRPr sz="2050">
              <a:solidFill>
                <a:srgbClr val="000000"/>
              </a:solidFill>
              <a:latin typeface="FJAMLR+CMR10" panose="02000500000000000000"/>
              <a:cs typeface="FJAMLR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4580" y="5082007"/>
            <a:ext cx="5493111" cy="141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DEKJS+CMSY10~25" panose="02000500000000000000"/>
                <a:cs typeface="BDEKJS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JAMLR+CMR10" panose="02000500000000000000"/>
                <a:cs typeface="FJAMLR+CMR10" panose="02000500000000000000"/>
              </a:rPr>
              <a:t>Data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FJAMLR+CMR10" panose="02000500000000000000"/>
                <a:cs typeface="FJAMLR+CMR10" panose="02000500000000000000"/>
              </a:rPr>
              <a:t>ﬂow</a:t>
            </a:r>
            <a:r>
              <a:rPr sz="2050" spc="2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AMLR+CMR10" panose="02000500000000000000"/>
                <a:cs typeface="FJAMLR+CMR10" panose="02000500000000000000"/>
              </a:rPr>
              <a:t>diagrams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JAMLR+CMR10" panose="02000500000000000000"/>
                <a:cs typeface="FJAMLR+CMR10" panose="02000500000000000000"/>
              </a:rPr>
              <a:t>(DFDs):</a:t>
            </a:r>
            <a:r>
              <a:rPr sz="2050" spc="3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JAMLR+CMR10" panose="02000500000000000000"/>
                <a:cs typeface="FJAMLR+CMR10" panose="02000500000000000000"/>
              </a:rPr>
              <a:t>No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JAMLR+CMR10" panose="02000500000000000000"/>
                <a:cs typeface="FJAMLR+CMR10" panose="02000500000000000000"/>
              </a:rPr>
              <a:t>boxes.</a:t>
            </a:r>
            <a:endParaRPr sz="2050" spc="10">
              <a:solidFill>
                <a:srgbClr val="000000"/>
              </a:solidFill>
              <a:latin typeface="FJAMLR+CMR10" panose="02000500000000000000"/>
              <a:cs typeface="FJAMLR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DEKJS+CMSY10~25" panose="02000500000000000000"/>
                <a:cs typeface="BDEKJS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AMLR+CMR10" panose="02000500000000000000"/>
                <a:cs typeface="FJAMLR+CMR10" panose="02000500000000000000"/>
              </a:rPr>
              <a:t>Architecture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AMLR+CMR10" panose="02000500000000000000"/>
                <a:cs typeface="FJAMLR+CMR10" panose="02000500000000000000"/>
              </a:rPr>
              <a:t>diagrams:</a:t>
            </a:r>
            <a:r>
              <a:rPr sz="2050" spc="4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AMLR+CMR10" panose="02000500000000000000"/>
                <a:cs typeface="FJAMLR+CMR10" panose="02000500000000000000"/>
              </a:rPr>
              <a:t>All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AMLR+CMR10" panose="02000500000000000000"/>
                <a:cs typeface="FJAMLR+CMR10" panose="02000500000000000000"/>
              </a:rPr>
              <a:t>icons.</a:t>
            </a:r>
            <a:endParaRPr sz="2050">
              <a:solidFill>
                <a:srgbClr val="000000"/>
              </a:solidFill>
              <a:latin typeface="FJAMLR+CMR10" panose="02000500000000000000"/>
              <a:cs typeface="FJAMLR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QIURWK+CMR7" panose="02000500000000000000"/>
                <a:cs typeface="QIURWK+CMR7" panose="02000500000000000000"/>
              </a:rPr>
              <a:t>244</a:t>
            </a:r>
            <a:endParaRPr sz="1450">
              <a:solidFill>
                <a:srgbClr val="000000"/>
              </a:solidFill>
              <a:latin typeface="QIURWK+CMR7" panose="02000500000000000000"/>
              <a:cs typeface="QIURWK+CMR7" panose="02000500000000000000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70236" y="2194074"/>
            <a:ext cx="4225658" cy="16799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ts val="2400"/>
              </a:spcAft>
            </a:pPr>
            <a:r>
              <a:rPr lang="en-US" sz="2500" spc="-13" dirty="0" smtClean="0">
                <a:solidFill>
                  <a:srgbClr val="000000"/>
                </a:solidFill>
                <a:latin typeface="IABHCD+CMBX12~c" panose="02000500000000000000"/>
                <a:cs typeface="IABHCD+CMBX12~c" panose="02000500000000000000"/>
              </a:rPr>
              <a:t>   </a:t>
            </a:r>
            <a:r>
              <a:rPr sz="2500" spc="-13" dirty="0" smtClean="0">
                <a:solidFill>
                  <a:srgbClr val="000000"/>
                </a:solidFill>
                <a:latin typeface="IABHCD+CMBX12~c" panose="02000500000000000000"/>
                <a:cs typeface="IABHCD+CMBX12~c" panose="02000500000000000000"/>
              </a:rPr>
              <a:t>Structure</a:t>
            </a:r>
            <a:r>
              <a:rPr sz="2500" spc="326" dirty="0" smtClean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 dirty="0">
                <a:solidFill>
                  <a:srgbClr val="000000"/>
                </a:solidFill>
                <a:latin typeface="IABHCD+CMBX12~c" panose="02000500000000000000"/>
                <a:cs typeface="IABHCD+CMBX12~c" panose="02000500000000000000"/>
              </a:rPr>
              <a:t>of</a:t>
            </a:r>
            <a:r>
              <a:rPr sz="2500" spc="318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 dirty="0">
                <a:solidFill>
                  <a:srgbClr val="000000"/>
                </a:solidFill>
                <a:latin typeface="IABHCD+CMBX12~c" panose="02000500000000000000"/>
                <a:cs typeface="IABHCD+CMBX12~c" panose="02000500000000000000"/>
              </a:rPr>
              <a:t>part</a:t>
            </a:r>
            <a:r>
              <a:rPr sz="2500" spc="30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dirty="0">
                <a:solidFill>
                  <a:srgbClr val="000000"/>
                </a:solidFill>
                <a:latin typeface="IABHCD+CMBX12~c" panose="02000500000000000000"/>
                <a:cs typeface="IABHCD+CMBX12~c" panose="02000500000000000000"/>
              </a:rPr>
              <a:t>IV</a:t>
            </a:r>
            <a:endParaRPr sz="2500" dirty="0">
              <a:solidFill>
                <a:srgbClr val="000000"/>
              </a:solidFill>
              <a:latin typeface="IABHCD+CMBX12~c" panose="02000500000000000000"/>
              <a:cs typeface="IABHCD+CMBX12~c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505"/>
              </a:spcBef>
              <a:spcAft>
                <a:spcPct val="0"/>
              </a:spcAft>
            </a:pPr>
            <a:r>
              <a:rPr sz="2050" dirty="0">
                <a:solidFill>
                  <a:srgbClr val="000000"/>
                </a:solidFill>
                <a:latin typeface="VCNGEB+CMSY10~25" panose="02000500000000000000"/>
                <a:cs typeface="VCNGEB+CMSY10~25" panose="02000500000000000000"/>
              </a:rPr>
              <a:t>•</a:t>
            </a:r>
            <a:r>
              <a:rPr sz="2050" spc="526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 dirty="0">
                <a:solidFill>
                  <a:srgbClr val="000000"/>
                </a:solidFill>
                <a:latin typeface="LOVJHQ+CMR10" panose="02000500000000000000"/>
                <a:cs typeface="LOVJHQ+CMR10" panose="02000500000000000000"/>
              </a:rPr>
              <a:t>Data</a:t>
            </a:r>
            <a:r>
              <a:rPr sz="2050" spc="167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 dirty="0" err="1">
                <a:solidFill>
                  <a:srgbClr val="000000"/>
                </a:solidFill>
                <a:latin typeface="LOVJHQ+CMR10" panose="02000500000000000000"/>
                <a:cs typeface="LOVJHQ+CMR10" panose="02000500000000000000"/>
              </a:rPr>
              <a:t>ﬂow</a:t>
            </a:r>
            <a:r>
              <a:rPr sz="2050" spc="2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LOVJHQ+CMR10" panose="02000500000000000000"/>
                <a:cs typeface="LOVJHQ+CMR10" panose="02000500000000000000"/>
              </a:rPr>
              <a:t>diagrams</a:t>
            </a:r>
            <a:r>
              <a:rPr sz="2050" spc="18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 dirty="0">
                <a:solidFill>
                  <a:srgbClr val="000000"/>
                </a:solidFill>
                <a:latin typeface="LOVJHQ+CMR10" panose="02000500000000000000"/>
                <a:cs typeface="LOVJHQ+CMR10" panose="02000500000000000000"/>
              </a:rPr>
              <a:t>(DFDs)</a:t>
            </a:r>
            <a:endParaRPr sz="2050" spc="12" dirty="0">
              <a:solidFill>
                <a:srgbClr val="000000"/>
              </a:solidFill>
              <a:latin typeface="LOVJHQ+CMR10" panose="02000500000000000000"/>
              <a:cs typeface="LOVJHQ+CMR10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 dirty="0">
                <a:solidFill>
                  <a:srgbClr val="000000"/>
                </a:solidFill>
                <a:latin typeface="VCNGEB+CMSY10~25" panose="02000500000000000000"/>
                <a:cs typeface="VCNGEB+CMSY10~25" panose="02000500000000000000"/>
              </a:rPr>
              <a:t>•</a:t>
            </a:r>
            <a:r>
              <a:rPr sz="2050" spc="526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LOVJHQ+CMR10" panose="02000500000000000000"/>
                <a:cs typeface="LOVJHQ+CMR10" panose="02000500000000000000"/>
              </a:rPr>
              <a:t>Architecture</a:t>
            </a:r>
            <a:r>
              <a:rPr sz="2050" spc="16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dirty="0">
                <a:solidFill>
                  <a:srgbClr val="000000"/>
                </a:solidFill>
                <a:latin typeface="LOVJHQ+CMR10" panose="02000500000000000000"/>
                <a:cs typeface="LOVJHQ+CMR10" panose="02000500000000000000"/>
              </a:rPr>
              <a:t>diagrams</a:t>
            </a:r>
            <a:endParaRPr sz="2050" dirty="0">
              <a:solidFill>
                <a:srgbClr val="000000"/>
              </a:solidFill>
              <a:latin typeface="LOVJHQ+CMR10" panose="02000500000000000000"/>
              <a:cs typeface="LOVJHQ+CMR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1" y="3954250"/>
            <a:ext cx="4263776" cy="1933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CNGEB+CMSY10~25" panose="02000500000000000000"/>
                <a:cs typeface="VCNGE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OVJHQ+CMR10" panose="02000500000000000000"/>
                <a:cs typeface="LOVJHQ+CMR10" panose="02000500000000000000"/>
              </a:rPr>
              <a:t>Execution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OVJHQ+CMR10" panose="02000500000000000000"/>
                <a:cs typeface="LOVJHQ+CMR10" panose="02000500000000000000"/>
              </a:rPr>
              <a:t>semantics</a:t>
            </a:r>
            <a:endParaRPr sz="2050">
              <a:solidFill>
                <a:srgbClr val="000000"/>
              </a:solidFill>
              <a:latin typeface="LOVJHQ+CMR10" panose="02000500000000000000"/>
              <a:cs typeface="LOVJHQ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CNGEB+CMSY10~25" panose="02000500000000000000"/>
                <a:cs typeface="VCNGE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OVJHQ+CMR10" panose="02000500000000000000"/>
                <a:cs typeface="LOVJHQ+CMR10" panose="02000500000000000000"/>
              </a:rPr>
              <a:t>Context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LOVJHQ+CMR10" panose="02000500000000000000"/>
                <a:cs typeface="LOVJHQ+CMR10" panose="02000500000000000000"/>
              </a:rPr>
              <a:t>modeling</a:t>
            </a:r>
            <a:r>
              <a:rPr sz="2050" spc="14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OVJHQ+CMR10" panose="02000500000000000000"/>
                <a:cs typeface="LOVJHQ+CMR10" panose="02000500000000000000"/>
              </a:rPr>
              <a:t>guidelines</a:t>
            </a:r>
            <a:endParaRPr sz="2050" spc="10">
              <a:solidFill>
                <a:srgbClr val="000000"/>
              </a:solidFill>
              <a:latin typeface="LOVJHQ+CMR10" panose="02000500000000000000"/>
              <a:cs typeface="LOVJHQ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CNGEB+CMSY10~25" panose="02000500000000000000"/>
                <a:cs typeface="VCNGE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OVJHQ+CMR10" panose="02000500000000000000"/>
                <a:cs typeface="LOVJHQ+CMR10" panose="02000500000000000000"/>
              </a:rPr>
              <a:t>Architecture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OVJHQ+CMR10" panose="02000500000000000000"/>
                <a:cs typeface="LOVJHQ+CMR10" panose="02000500000000000000"/>
              </a:rPr>
              <a:t>design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OVJHQ+CMR10" panose="02000500000000000000"/>
                <a:cs typeface="LOVJHQ+CMR10" panose="02000500000000000000"/>
              </a:rPr>
              <a:t>guidelines</a:t>
            </a:r>
            <a:endParaRPr sz="2050" spc="10">
              <a:solidFill>
                <a:srgbClr val="000000"/>
              </a:solidFill>
              <a:latin typeface="LOVJHQ+CMR10" panose="02000500000000000000"/>
              <a:cs typeface="LOVJHQ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PRFINC+CMR7" panose="02000500000000000000"/>
                <a:cs typeface="PRFINC+CMR7" panose="02000500000000000000"/>
              </a:rPr>
              <a:t>245</a:t>
            </a:r>
            <a:endParaRPr sz="1450">
              <a:solidFill>
                <a:srgbClr val="000000"/>
              </a:solidFill>
              <a:latin typeface="PRFINC+CMR7" panose="02000500000000000000"/>
              <a:cs typeface="PRFINC+CMR7" panose="0200050000000000000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088809"/>
            <a:ext cx="1980050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JFLHR+CMBX10" panose="02000500000000000000"/>
                <a:cs typeface="TJFLHR+CMBX10" panose="02000500000000000000"/>
              </a:rPr>
              <a:t>Main</a:t>
            </a:r>
            <a:r>
              <a:rPr sz="2050" spc="2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JFLHR+CMBX10" panose="02000500000000000000"/>
                <a:cs typeface="TJFLHR+CMBX10" panose="02000500000000000000"/>
              </a:rPr>
              <a:t>points</a:t>
            </a:r>
            <a:endParaRPr sz="2050">
              <a:solidFill>
                <a:srgbClr val="000000"/>
              </a:solidFill>
              <a:latin typeface="TJFLHR+CMBX10" panose="02000500000000000000"/>
              <a:cs typeface="TJFLHR+CMBX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2600933"/>
            <a:ext cx="8455497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DNSDV+CMSY10~25" panose="02000500000000000000"/>
                <a:cs typeface="VDNSD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NDBDK+CMR10" panose="02000500000000000000"/>
                <a:cs typeface="TNDBDK+CMR10" panose="02000500000000000000"/>
              </a:rPr>
              <a:t>Communication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2">
                <a:solidFill>
                  <a:srgbClr val="000000"/>
                </a:solidFill>
                <a:latin typeface="TNDBDK+CMR10" panose="02000500000000000000"/>
                <a:cs typeface="TNDBDK+CMR10" panose="02000500000000000000"/>
              </a:rPr>
              <a:t>occurs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NDBDK+CMR10" panose="02000500000000000000"/>
                <a:cs typeface="TNDBDK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TNDBDK+CMR10" panose="02000500000000000000"/>
                <a:cs typeface="TNDBDK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NDBDK+CMR10" panose="02000500000000000000"/>
                <a:cs typeface="TNDBDK+CMR10" panose="02000500000000000000"/>
              </a:rPr>
              <a:t>environment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TNDBDK+CMR10" panose="02000500000000000000"/>
                <a:cs typeface="TNDBDK+CMR10" panose="02000500000000000000"/>
              </a:rPr>
              <a:t>and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NDBDK+CMR10" panose="02000500000000000000"/>
                <a:cs typeface="TNDBDK+CMR10" panose="02000500000000000000"/>
              </a:rPr>
              <a:t>at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NDBDK+CMR10" panose="02000500000000000000"/>
                <a:cs typeface="TNDBDK+CMR10" panose="02000500000000000000"/>
              </a:rPr>
              <a:t>all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NDBDK+CMR10" panose="02000500000000000000"/>
                <a:cs typeface="TNDBDK+CMR10" panose="02000500000000000000"/>
              </a:rPr>
              <a:t>levels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NDBDK+CMR10" panose="02000500000000000000"/>
                <a:cs typeface="TNDBDK+CMR10" panose="02000500000000000000"/>
              </a:rPr>
              <a:t>in</a:t>
            </a:r>
            <a:endParaRPr sz="2050">
              <a:solidFill>
                <a:srgbClr val="000000"/>
              </a:solidFill>
              <a:latin typeface="TNDBDK+CMR10" panose="02000500000000000000"/>
              <a:cs typeface="TNDBDK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706" y="2972791"/>
            <a:ext cx="169662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TNDBDK+CMR10" panose="02000500000000000000"/>
                <a:cs typeface="TNDBDK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NDBDK+CMR10" panose="02000500000000000000"/>
                <a:cs typeface="TNDBDK+CMR10" panose="02000500000000000000"/>
              </a:rPr>
              <a:t>system.</a:t>
            </a:r>
            <a:endParaRPr sz="2050">
              <a:solidFill>
                <a:srgbClr val="000000"/>
              </a:solidFill>
              <a:latin typeface="TNDBDK+CMR10" panose="02000500000000000000"/>
              <a:cs typeface="TNDBDK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77" y="3490953"/>
            <a:ext cx="5521956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DNSDV+CMSY10~25" panose="02000500000000000000"/>
                <a:cs typeface="VDNSD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NDBDK+CMR10" panose="02000500000000000000"/>
                <a:cs typeface="TNDBDK+CMR10" panose="02000500000000000000"/>
              </a:rPr>
              <a:t>Find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NDBDK+CMR10" panose="02000500000000000000"/>
                <a:cs typeface="TNDBDK+CMR10" panose="02000500000000000000"/>
              </a:rPr>
              <a:t>essential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NDBDK+CMR10" panose="02000500000000000000"/>
                <a:cs typeface="TNDBDK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TNDBDK+CMR10" panose="02000500000000000000"/>
                <a:cs typeface="TNDBDK+CMR10" panose="02000500000000000000"/>
              </a:rPr>
              <a:t>decomposition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TNDBDK+CMR10" panose="02000500000000000000"/>
                <a:cs typeface="TNDBDK+CMR10" panose="02000500000000000000"/>
              </a:rPr>
              <a:t>by</a:t>
            </a:r>
            <a:endParaRPr sz="2050" spc="-47">
              <a:solidFill>
                <a:srgbClr val="000000"/>
              </a:solidFill>
              <a:latin typeface="TNDBDK+CMR10" panose="02000500000000000000"/>
              <a:cs typeface="TNDBDK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02045" y="3935961"/>
            <a:ext cx="7683296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JFLHR+CMBX10" panose="02000500000000000000"/>
                <a:cs typeface="TJFLHR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TNDBDK+CMR10" panose="02000500000000000000"/>
                <a:cs typeface="TNDBDK+CMR10" panose="02000500000000000000"/>
              </a:rPr>
              <a:t>Analyzing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NDBDK+CMR10" panose="02000500000000000000"/>
                <a:cs typeface="TNDBDK+CMR10" panose="02000500000000000000"/>
              </a:rPr>
              <a:t>required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TNDBDK+CMR10" panose="02000500000000000000"/>
                <a:cs typeface="TNDBDK+CMR10" panose="02000500000000000000"/>
              </a:rPr>
              <a:t>external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NDBDK+CMR10" panose="02000500000000000000"/>
                <a:cs typeface="TNDBDK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NDBDK+CMR10" panose="02000500000000000000"/>
                <a:cs typeface="TNDBDK+CMR10" panose="02000500000000000000"/>
              </a:rPr>
              <a:t>communication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TNDBDK+CMR10" panose="02000500000000000000"/>
                <a:cs typeface="TNDBDK+CMR10" panose="02000500000000000000"/>
              </a:rPr>
              <a:t>and</a:t>
            </a:r>
            <a:endParaRPr sz="2050" spc="10">
              <a:solidFill>
                <a:srgbClr val="000000"/>
              </a:solidFill>
              <a:latin typeface="TNDBDK+CMR10" panose="02000500000000000000"/>
              <a:cs typeface="TNDBDK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02033" y="4380970"/>
            <a:ext cx="6586849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JFLHR+CMBX10" panose="02000500000000000000"/>
                <a:cs typeface="TJFLHR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TNDBDK+CMR10" panose="02000500000000000000"/>
                <a:cs typeface="TNDBDK+CMR10" panose="02000500000000000000"/>
              </a:rPr>
              <a:t>modeling</a:t>
            </a:r>
            <a:r>
              <a:rPr sz="2050" spc="14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NDBDK+CMR10" panose="02000500000000000000"/>
                <a:cs typeface="TNDBDK+CMR10" panose="02000500000000000000"/>
              </a:rPr>
              <a:t>desired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NDBDK+CMR10" panose="02000500000000000000"/>
                <a:cs typeface="TNDBDK+CMR10" panose="02000500000000000000"/>
              </a:rPr>
              <a:t>environment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NDBDK+CMR10" panose="02000500000000000000"/>
                <a:cs typeface="TNDBDK+CMR10" panose="02000500000000000000"/>
              </a:rPr>
              <a:t>communications.</a:t>
            </a:r>
            <a:endParaRPr sz="2050">
              <a:solidFill>
                <a:srgbClr val="000000"/>
              </a:solidFill>
              <a:latin typeface="TNDBDK+CMR10" panose="02000500000000000000"/>
              <a:cs typeface="TNDBDK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557" y="4899130"/>
            <a:ext cx="8138936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DNSDV+CMSY10~25" panose="02000500000000000000"/>
                <a:cs typeface="VDNSD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NDBDK+CMR10" panose="02000500000000000000"/>
                <a:cs typeface="TNDBDK+CMR10" panose="02000500000000000000"/>
              </a:rPr>
              <a:t>Communications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TNDBDK+CMR10" panose="02000500000000000000"/>
                <a:cs typeface="TNDBDK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TNDBDK+CMR10" panose="02000500000000000000"/>
                <a:cs typeface="TNDBDK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TNDBDK+CMR10" panose="02000500000000000000"/>
                <a:cs typeface="TNDBDK+CMR10" panose="02000500000000000000"/>
              </a:rPr>
              <a:t>described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TNDBDK+CMR10" panose="02000500000000000000"/>
                <a:cs typeface="TNDBDK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TNDBDK+CMR10" panose="02000500000000000000"/>
                <a:cs typeface="TNDBDK+CMR10" panose="02000500000000000000"/>
              </a:rPr>
              <a:t>DFDs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NDBDK+CMR10" panose="02000500000000000000"/>
                <a:cs typeface="TNDBDK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NDBDK+CMR10" panose="02000500000000000000"/>
                <a:cs typeface="TNDBDK+CMR10" panose="02000500000000000000"/>
              </a:rPr>
              <a:t>architecture</a:t>
            </a:r>
            <a:endParaRPr sz="2050">
              <a:solidFill>
                <a:srgbClr val="000000"/>
              </a:solidFill>
              <a:latin typeface="TNDBDK+CMR10" panose="02000500000000000000"/>
              <a:cs typeface="TNDBDK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6686" y="5270987"/>
            <a:ext cx="1499753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NDBDK+CMR10" panose="02000500000000000000"/>
                <a:cs typeface="TNDBDK+CMR10" panose="02000500000000000000"/>
              </a:rPr>
              <a:t>diagrams.</a:t>
            </a:r>
            <a:endParaRPr sz="2050">
              <a:solidFill>
                <a:srgbClr val="000000"/>
              </a:solidFill>
              <a:latin typeface="TNDBDK+CMR10" panose="02000500000000000000"/>
              <a:cs typeface="TNDBDK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HDGWUI+CMR7" panose="02000500000000000000"/>
                <a:cs typeface="HDGWUI+CMR7" panose="02000500000000000000"/>
              </a:rPr>
              <a:t>246</a:t>
            </a:r>
            <a:endParaRPr sz="1450">
              <a:solidFill>
                <a:srgbClr val="000000"/>
              </a:solidFill>
              <a:latin typeface="HDGWUI+CMR7" panose="02000500000000000000"/>
              <a:cs typeface="HDGWUI+CMR7" panose="0200050000000000000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430525" y="2314241"/>
            <a:ext cx="5974111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BTNRFN+CMBX12~c" panose="02000500000000000000"/>
                <a:cs typeface="BTNRFN+CMBX12~c" panose="02000500000000000000"/>
              </a:rPr>
              <a:t>Chapter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BTNRFN+CMBX12~c" panose="02000500000000000000"/>
                <a:cs typeface="BTNRFN+CMBX12~c" panose="02000500000000000000"/>
              </a:rPr>
              <a:t>15.</a:t>
            </a:r>
            <a:r>
              <a:rPr sz="2500" spc="6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5">
                <a:solidFill>
                  <a:srgbClr val="000000"/>
                </a:solidFill>
                <a:latin typeface="BTNRFN+CMBX12~c" panose="02000500000000000000"/>
                <a:cs typeface="BTNRFN+CMBX12~c" panose="02000500000000000000"/>
              </a:rPr>
              <a:t>Data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35">
                <a:solidFill>
                  <a:srgbClr val="000000"/>
                </a:solidFill>
                <a:latin typeface="BTNRFN+CMBX12~c" panose="02000500000000000000"/>
                <a:cs typeface="BTNRFN+CMBX12~c" panose="02000500000000000000"/>
              </a:rPr>
              <a:t>Flow</a:t>
            </a:r>
            <a:r>
              <a:rPr sz="2500" spc="3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BTNRFN+CMBX12~c" panose="02000500000000000000"/>
                <a:cs typeface="BTNRFN+CMBX12~c" panose="02000500000000000000"/>
              </a:rPr>
              <a:t>Diagrams</a:t>
            </a:r>
            <a:endParaRPr sz="2500" spc="-12">
              <a:solidFill>
                <a:srgbClr val="000000"/>
              </a:solidFill>
              <a:latin typeface="BTNRFN+CMBX12~c" panose="02000500000000000000"/>
              <a:cs typeface="BTNRFN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2814293"/>
            <a:ext cx="7217594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FGUUD+CMSY10~25" panose="02000500000000000000"/>
                <a:cs typeface="CFGUUD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PFRVU+CMR10" panose="02000500000000000000"/>
                <a:cs typeface="JPFRVU+CMR10" panose="02000500000000000000"/>
              </a:rPr>
              <a:t>Introduced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FRVU+CMR10" panose="02000500000000000000"/>
                <a:cs typeface="JPFRVU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JPFRVU+CMR10" panose="02000500000000000000"/>
                <a:cs typeface="JPFRVU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FRVU+CMR10" panose="02000500000000000000"/>
                <a:cs typeface="JPFRVU+CMR10" panose="02000500000000000000"/>
              </a:rPr>
              <a:t>1970s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FRVU+CMR10" panose="02000500000000000000"/>
                <a:cs typeface="JPFRVU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FRVU+CMR10" panose="02000500000000000000"/>
                <a:cs typeface="JPFRVU+CMR10" panose="02000500000000000000"/>
              </a:rPr>
              <a:t>represent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FRVU+CMR10" panose="02000500000000000000"/>
                <a:cs typeface="JPFRVU+CMR10" panose="02000500000000000000"/>
              </a:rPr>
              <a:t>logical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JPFRVU+CMR10" panose="02000500000000000000"/>
                <a:cs typeface="JPFRVU+CMR10" panose="02000500000000000000"/>
              </a:rPr>
              <a:t>software</a:t>
            </a:r>
            <a:endParaRPr sz="2050" spc="-11">
              <a:solidFill>
                <a:srgbClr val="000000"/>
              </a:solidFill>
              <a:latin typeface="JPFRVU+CMR10" panose="02000500000000000000"/>
              <a:cs typeface="JPFRVU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721" y="3186151"/>
            <a:ext cx="2105939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4">
                <a:solidFill>
                  <a:srgbClr val="000000"/>
                </a:solidFill>
                <a:latin typeface="JPFRVU+CMR10" panose="02000500000000000000"/>
                <a:cs typeface="JPFRVU+CMR10" panose="02000500000000000000"/>
              </a:rPr>
              <a:t>decomposition.</a:t>
            </a:r>
            <a:endParaRPr sz="2050" spc="14">
              <a:solidFill>
                <a:srgbClr val="000000"/>
              </a:solidFill>
              <a:latin typeface="JPFRVU+CMR10" panose="02000500000000000000"/>
              <a:cs typeface="JPFRVU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92" y="3704313"/>
            <a:ext cx="2614417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FGUUD+CMSY10~25" panose="02000500000000000000"/>
                <a:cs typeface="CFGUUD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FRVU+CMR10" panose="02000500000000000000"/>
                <a:cs typeface="JPFRVU+CMR10" panose="02000500000000000000"/>
              </a:rPr>
              <a:t>Still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FRVU+CMR10" panose="02000500000000000000"/>
                <a:cs typeface="JPFRVU+CMR10" panose="02000500000000000000"/>
              </a:rPr>
              <a:t>widely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JPFRVU+CMR10" panose="02000500000000000000"/>
                <a:cs typeface="JPFRVU+CMR10" panose="02000500000000000000"/>
              </a:rPr>
              <a:t>used.</a:t>
            </a:r>
            <a:endParaRPr sz="2050" spc="12">
              <a:solidFill>
                <a:srgbClr val="000000"/>
              </a:solidFill>
              <a:latin typeface="JPFRVU+CMR10" panose="02000500000000000000"/>
              <a:cs typeface="JPFRVU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594" y="4222476"/>
            <a:ext cx="8055072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FGUUD+CMSY10~25" panose="02000500000000000000"/>
                <a:cs typeface="CFGUUD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FRVU+CMR10" panose="02000500000000000000"/>
                <a:cs typeface="JPFRVU+CMR10" panose="02000500000000000000"/>
              </a:rPr>
              <a:t>Ontology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PFRVU+CMR10" panose="02000500000000000000"/>
                <a:cs typeface="JPFRVU+CMR10" panose="02000500000000000000"/>
              </a:rPr>
              <a:t>built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JPFRVU+CMR10" panose="02000500000000000000"/>
                <a:cs typeface="JPFRVU+CMR10" panose="02000500000000000000"/>
              </a:rPr>
              <a:t>into</a:t>
            </a:r>
            <a:r>
              <a:rPr sz="2050" spc="2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JPFRVU+CMR10" panose="02000500000000000000"/>
                <a:cs typeface="JPFRVU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FRVU+CMR10" panose="02000500000000000000"/>
                <a:cs typeface="JPFRVU+CMR10" panose="02000500000000000000"/>
              </a:rPr>
              <a:t>notation:</a:t>
            </a:r>
            <a:r>
              <a:rPr sz="2050" spc="3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0">
                <a:solidFill>
                  <a:srgbClr val="000000"/>
                </a:solidFill>
                <a:latin typeface="JPFRVU+CMR10" panose="02000500000000000000"/>
                <a:cs typeface="JPFRVU+CMR10" panose="02000500000000000000"/>
              </a:rPr>
              <a:t>Software</a:t>
            </a:r>
            <a:r>
              <a:rPr sz="20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FRVU+CMR10" panose="02000500000000000000"/>
                <a:cs typeface="JPFRVU+CMR10" panose="02000500000000000000"/>
              </a:rPr>
              <a:t>consists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FRVU+CMR10" panose="02000500000000000000"/>
                <a:cs typeface="JPFRVU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FRVU+CMR10" panose="02000500000000000000"/>
                <a:cs typeface="JPFRVU+CMR10" panose="02000500000000000000"/>
              </a:rPr>
              <a:t>data</a:t>
            </a:r>
            <a:endParaRPr sz="2050">
              <a:solidFill>
                <a:srgbClr val="000000"/>
              </a:solidFill>
              <a:latin typeface="JPFRVU+CMR10" panose="02000500000000000000"/>
              <a:cs typeface="JPFRVU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6722" y="4594333"/>
            <a:ext cx="428767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PFRVU+CMR10" panose="02000500000000000000"/>
                <a:cs typeface="JPFRVU+CMR10" panose="02000500000000000000"/>
              </a:rPr>
              <a:t>stores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PFRVU+CMR10" panose="02000500000000000000"/>
                <a:cs typeface="JPFRVU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FRVU+CMR10" panose="02000500000000000000"/>
                <a:cs typeface="JPFRVU+CMR10" panose="02000500000000000000"/>
              </a:rPr>
              <a:t>data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FRVU+CMR10" panose="02000500000000000000"/>
                <a:cs typeface="JPFRVU+CMR10" panose="02000500000000000000"/>
              </a:rPr>
              <a:t>transformations.</a:t>
            </a:r>
            <a:endParaRPr sz="2050">
              <a:solidFill>
                <a:srgbClr val="000000"/>
              </a:solidFill>
              <a:latin typeface="JPFRVU+CMR10" panose="02000500000000000000"/>
              <a:cs typeface="JPFRVU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4281" y="5112493"/>
            <a:ext cx="601186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PFRVU+CMR10" panose="02000500000000000000"/>
                <a:cs typeface="JPFRVU+CMR10" panose="02000500000000000000"/>
              </a:rPr>
              <a:t>(Ontology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FRVU+CMR10" panose="02000500000000000000"/>
                <a:cs typeface="JPFRVU+CMR10" panose="02000500000000000000"/>
              </a:rPr>
              <a:t>=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FRVU+CMR10" panose="02000500000000000000"/>
                <a:cs typeface="JPFRVU+CMR10" panose="02000500000000000000"/>
              </a:rPr>
              <a:t>classiﬁcation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FRVU+CMR10" panose="02000500000000000000"/>
                <a:cs typeface="JPFRVU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JPFRVU+CMR10" panose="02000500000000000000"/>
                <a:cs typeface="JPFRVU+CMR10" panose="02000500000000000000"/>
              </a:rPr>
              <a:t>kinds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FRVU+CMR10" panose="02000500000000000000"/>
                <a:cs typeface="JPFRVU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PFRVU+CMR10" panose="02000500000000000000"/>
                <a:cs typeface="JPFRVU+CMR10" panose="02000500000000000000"/>
              </a:rPr>
              <a:t>things.)</a:t>
            </a:r>
            <a:endParaRPr sz="2050">
              <a:solidFill>
                <a:srgbClr val="000000"/>
              </a:solidFill>
              <a:latin typeface="JPFRVU+CMR10" panose="02000500000000000000"/>
              <a:cs typeface="JPFRVU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ADOBAN+CMR7" panose="02000500000000000000"/>
                <a:cs typeface="ADOBAN+CMR7" panose="02000500000000000000"/>
              </a:rPr>
              <a:t>247</a:t>
            </a:r>
            <a:endParaRPr sz="1450">
              <a:solidFill>
                <a:srgbClr val="000000"/>
              </a:solidFill>
              <a:latin typeface="ADOBAN+CMR7" panose="02000500000000000000"/>
              <a:cs typeface="ADOBAN+CMR7" panose="0200050000000000000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57" y="1255061"/>
            <a:ext cx="8760675" cy="1163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49">
                <a:solidFill>
                  <a:srgbClr val="000000"/>
                </a:solidFill>
                <a:latin typeface="BHFKCI+CMBX12~c" panose="02000500000000000000"/>
                <a:cs typeface="BHFKCI+CMBX12~c" panose="02000500000000000000"/>
              </a:rPr>
              <a:t>Fragment</a:t>
            </a:r>
            <a:r>
              <a:rPr sz="2500" spc="3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BHFKCI+CMBX12~c" panose="02000500000000000000"/>
                <a:cs typeface="BHFKCI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8">
                <a:solidFill>
                  <a:srgbClr val="000000"/>
                </a:solidFill>
                <a:latin typeface="BHFKCI+CMBX12~c" panose="02000500000000000000"/>
                <a:cs typeface="BHFKCI+CMBX12~c" panose="02000500000000000000"/>
              </a:rPr>
              <a:t>architecture</a:t>
            </a:r>
            <a:r>
              <a:rPr sz="2500" spc="3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BHFKCI+CMBX12~c" panose="02000500000000000000"/>
                <a:cs typeface="BHFKCI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37">
                <a:solidFill>
                  <a:srgbClr val="000000"/>
                </a:solidFill>
                <a:latin typeface="BHFKCI+CMBX12~c" panose="02000500000000000000"/>
                <a:cs typeface="BHFKCI+CMBX12~c" panose="02000500000000000000"/>
              </a:rPr>
              <a:t>Training</a:t>
            </a:r>
            <a:r>
              <a:rPr sz="2500" spc="3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BHFKCI+CMBX12~c" panose="02000500000000000000"/>
                <a:cs typeface="BHFKCI+CMBX12~c" panose="02000500000000000000"/>
              </a:rPr>
              <a:t>Information</a:t>
            </a:r>
            <a:endParaRPr sz="2500" spc="-10">
              <a:solidFill>
                <a:srgbClr val="000000"/>
              </a:solidFill>
              <a:latin typeface="BHFKCI+CMBX12~c" panose="02000500000000000000"/>
              <a:cs typeface="BHFKCI+CMBX12~c" panose="02000500000000000000"/>
            </a:endParaRPr>
          </a:p>
          <a:p>
            <a:pPr marL="0" marR="0">
              <a:lnSpc>
                <a:spcPts val="2480"/>
              </a:lnSpc>
              <a:spcBef>
                <a:spcPts val="445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BHFKCI+CMBX12~c" panose="02000500000000000000"/>
                <a:cs typeface="BHFKCI+CMBX12~c" panose="02000500000000000000"/>
              </a:rPr>
              <a:t>System</a:t>
            </a:r>
            <a:endParaRPr sz="2500" spc="-10">
              <a:solidFill>
                <a:srgbClr val="000000"/>
              </a:solidFill>
              <a:latin typeface="BHFKCI+CMBX12~c" panose="02000500000000000000"/>
              <a:cs typeface="BHFKCI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89580" y="2150059"/>
            <a:ext cx="3446506" cy="1054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RRUEG+Helvetica" panose="020B0604020202020204"/>
                <a:cs typeface="IRRUEG+Helvetica" panose="020B0604020202020204"/>
              </a:rPr>
              <a:t>&lt;&lt;actor&gt;&gt;</a:t>
            </a:r>
            <a:endParaRPr sz="1800">
              <a:solidFill>
                <a:srgbClr val="000000"/>
              </a:solidFill>
              <a:latin typeface="IRRUEG+Helvetica" panose="020B0604020202020204"/>
              <a:cs typeface="IRRUEG+Helvetica" panose="020B0604020202020204"/>
            </a:endParaRPr>
          </a:p>
          <a:p>
            <a:pPr marL="2019300" marR="0">
              <a:lnSpc>
                <a:spcPts val="126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RRUEG+Helvetica" panose="020B0604020202020204"/>
                <a:cs typeface="IRRUEG+Helvetica" panose="020B0604020202020204"/>
              </a:rPr>
              <a:t>download</a:t>
            </a:r>
            <a:endParaRPr sz="1800">
              <a:solidFill>
                <a:srgbClr val="000000"/>
              </a:solidFill>
              <a:latin typeface="IRRUEG+Helvetica" panose="020B0604020202020204"/>
              <a:cs typeface="IRRUEG+Helvetica" panose="020B0604020202020204"/>
            </a:endParaRPr>
          </a:p>
          <a:p>
            <a:pPr marL="6350" marR="0">
              <a:lnSpc>
                <a:spcPts val="108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RRUEG+Helvetica" panose="020B0604020202020204"/>
                <a:cs typeface="IRRUEG+Helvetica" panose="020B0604020202020204"/>
              </a:rPr>
              <a:t>Personnel</a:t>
            </a:r>
            <a:endParaRPr sz="1800">
              <a:solidFill>
                <a:srgbClr val="000000"/>
              </a:solidFill>
              <a:latin typeface="IRRUEG+Helvetica" panose="020B0604020202020204"/>
              <a:cs typeface="IRRUEG+Helvetica" panose="020B0604020202020204"/>
            </a:endParaRPr>
          </a:p>
          <a:p>
            <a:pPr marL="2241550" marR="0">
              <a:lnSpc>
                <a:spcPts val="126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RRUEG+Helvetica" panose="020B0604020202020204"/>
                <a:cs typeface="IRRUEG+Helvetica" panose="020B0604020202020204"/>
              </a:rPr>
              <a:t>list of</a:t>
            </a:r>
            <a:endParaRPr sz="1800">
              <a:solidFill>
                <a:srgbClr val="000000"/>
              </a:solidFill>
              <a:latin typeface="IRRUEG+Helvetica" panose="020B0604020202020204"/>
              <a:cs typeface="IRRUEG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45378" y="2743983"/>
            <a:ext cx="3321946" cy="7580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RRUEG+Helvetica" panose="020B0604020202020204"/>
                <a:cs typeface="IRRUEG+Helvetica" panose="020B0604020202020204"/>
              </a:rPr>
              <a:t>information</a:t>
            </a:r>
            <a:endParaRPr sz="1800">
              <a:solidFill>
                <a:srgbClr val="000000"/>
              </a:solidFill>
              <a:latin typeface="IRRUEG+Helvetica" panose="020B0604020202020204"/>
              <a:cs typeface="IRRUEG+Helvetica" panose="020B0604020202020204"/>
            </a:endParaRPr>
          </a:p>
          <a:p>
            <a:pPr marL="2216150" marR="0">
              <a:lnSpc>
                <a:spcPts val="126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RRUEG+Helvetica" panose="020B0604020202020204"/>
                <a:cs typeface="IRRUEG+Helvetica" panose="020B0604020202020204"/>
              </a:rPr>
              <a:t>joiners</a:t>
            </a:r>
            <a:endParaRPr sz="1800">
              <a:solidFill>
                <a:srgbClr val="000000"/>
              </a:solidFill>
              <a:latin typeface="IRRUEG+Helvetica" panose="020B0604020202020204"/>
              <a:cs typeface="IRRUEG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48568" y="3040946"/>
            <a:ext cx="1066347" cy="598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RRUEG+Helvetica" panose="020B0604020202020204"/>
                <a:cs typeface="IRRUEG+Helvetica" panose="020B0604020202020204"/>
              </a:rPr>
              <a:t>system</a:t>
            </a:r>
            <a:endParaRPr sz="1800">
              <a:solidFill>
                <a:srgbClr val="000000"/>
              </a:solidFill>
              <a:latin typeface="IRRUEG+Helvetica" panose="020B0604020202020204"/>
              <a:cs typeface="IRRUEG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94031" y="3223692"/>
            <a:ext cx="2285261" cy="598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RRUEG+Helvetica" panose="020B0604020202020204"/>
                <a:cs typeface="IRRUEG+Helvetica" panose="020B0604020202020204"/>
              </a:rPr>
              <a:t>Course coordinator</a:t>
            </a:r>
            <a:endParaRPr sz="1800">
              <a:solidFill>
                <a:srgbClr val="000000"/>
              </a:solidFill>
              <a:latin typeface="IRRUEG+Helvetica" panose="020B0604020202020204"/>
              <a:cs typeface="IRRUEG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1437" y="3452127"/>
            <a:ext cx="3507743" cy="7123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714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RRUEG+Helvetica" panose="020B0604020202020204"/>
                <a:cs typeface="IRRUEG+Helvetica" panose="020B0604020202020204"/>
              </a:rPr>
              <a:t>list of</a:t>
            </a:r>
            <a:endParaRPr sz="1800">
              <a:solidFill>
                <a:srgbClr val="000000"/>
              </a:solidFill>
              <a:latin typeface="IRRUEG+Helvetica" panose="020B0604020202020204"/>
              <a:cs typeface="IRRUEG+Helvetica" panose="020B0604020202020204"/>
            </a:endParaRPr>
          </a:p>
          <a:p>
            <a:pPr marL="0" marR="0">
              <a:lnSpc>
                <a:spcPts val="9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RRUEG+Helvetica" panose="020B0604020202020204"/>
                <a:cs typeface="IRRUEG+Helvetica" panose="020B0604020202020204"/>
              </a:rPr>
              <a:t>send me a list</a:t>
            </a:r>
            <a:endParaRPr sz="1800">
              <a:solidFill>
                <a:srgbClr val="000000"/>
              </a:solidFill>
              <a:latin typeface="IRRUEG+Helvetica" panose="020B0604020202020204"/>
              <a:cs typeface="IRRUEG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19861" y="3657714"/>
            <a:ext cx="1130255" cy="8950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RRUEG+Helvetica" panose="020B0604020202020204"/>
                <a:cs typeface="IRRUEG+Helvetica" panose="020B0604020202020204"/>
              </a:rPr>
              <a:t>allocate</a:t>
            </a:r>
            <a:endParaRPr sz="1800">
              <a:solidFill>
                <a:srgbClr val="000000"/>
              </a:solidFill>
              <a:latin typeface="IRRUEG+Helvetica" panose="020B0604020202020204"/>
              <a:cs typeface="IRRUEG+Helvetica" panose="020B0604020202020204"/>
            </a:endParaRPr>
          </a:p>
          <a:p>
            <a:pPr marL="5715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RRUEG+Helvetica" panose="020B0604020202020204"/>
                <a:cs typeface="IRRUEG+Helvetica" panose="020B0604020202020204"/>
              </a:rPr>
              <a:t>joiners</a:t>
            </a:r>
            <a:endParaRPr sz="1800">
              <a:solidFill>
                <a:srgbClr val="000000"/>
              </a:solidFill>
              <a:latin typeface="IRRUEG+Helvetica" panose="020B0604020202020204"/>
              <a:cs typeface="IRRUEG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25815" y="3726243"/>
            <a:ext cx="939635" cy="598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RRUEG+Helvetica" panose="020B0604020202020204"/>
                <a:cs typeface="IRRUEG+Helvetica" panose="020B0604020202020204"/>
              </a:rPr>
              <a:t>report</a:t>
            </a:r>
            <a:endParaRPr sz="1800">
              <a:solidFill>
                <a:srgbClr val="000000"/>
              </a:solidFill>
              <a:latin typeface="IRRUEG+Helvetica" panose="020B0604020202020204"/>
              <a:cs typeface="IRRUEG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58526" y="3749089"/>
            <a:ext cx="1015816" cy="598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RRUEG+Helvetica" panose="020B0604020202020204"/>
                <a:cs typeface="IRRUEG+Helvetica" panose="020B0604020202020204"/>
              </a:rPr>
              <a:t>joiners</a:t>
            </a:r>
            <a:endParaRPr sz="1800">
              <a:solidFill>
                <a:srgbClr val="000000"/>
              </a:solidFill>
              <a:latin typeface="IRRUEG+Helvetica" panose="020B0604020202020204"/>
              <a:cs typeface="IRRUEG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23886" y="3863299"/>
            <a:ext cx="1269650" cy="598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RRUEG+Helvetica" panose="020B0604020202020204"/>
                <a:cs typeface="IRRUEG+Helvetica" panose="020B0604020202020204"/>
              </a:rPr>
              <a:t>of joiners</a:t>
            </a:r>
            <a:endParaRPr sz="1800">
              <a:solidFill>
                <a:srgbClr val="000000"/>
              </a:solidFill>
              <a:latin typeface="IRRUEG+Helvetica" panose="020B0604020202020204"/>
              <a:cs typeface="IRRUEG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02281" y="4571442"/>
            <a:ext cx="2158933" cy="598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RRUEG+Helvetica" panose="020B0604020202020204"/>
                <a:cs typeface="IRRUEG+Helvetica" panose="020B0604020202020204"/>
              </a:rPr>
              <a:t>&lt;&lt;dialog object&gt;&gt;</a:t>
            </a:r>
            <a:endParaRPr sz="1800">
              <a:solidFill>
                <a:srgbClr val="000000"/>
              </a:solidFill>
              <a:latin typeface="IRRUEG+Helvetica" panose="020B0604020202020204"/>
              <a:cs typeface="IRRUEG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89041" y="4571442"/>
            <a:ext cx="1295234" cy="1192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85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RRUEG+Helvetica" panose="020B0604020202020204"/>
                <a:cs typeface="IRRUEG+Helvetica" panose="020B0604020202020204"/>
              </a:rPr>
              <a:t>Allocate</a:t>
            </a:r>
            <a:endParaRPr sz="1800">
              <a:solidFill>
                <a:srgbClr val="000000"/>
              </a:solidFill>
              <a:latin typeface="IRRUEG+Helvetica" panose="020B0604020202020204"/>
              <a:cs typeface="IRRUEG+Helvetica" panose="020B0604020202020204"/>
            </a:endParaRPr>
          </a:p>
          <a:p>
            <a:pPr marL="13970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RRUEG+Helvetica" panose="020B0604020202020204"/>
                <a:cs typeface="IRRUEG+Helvetica" panose="020B0604020202020204"/>
              </a:rPr>
              <a:t>joiners</a:t>
            </a:r>
            <a:endParaRPr sz="1800">
              <a:solidFill>
                <a:srgbClr val="000000"/>
              </a:solidFill>
              <a:latin typeface="IRRUEG+Helvetica" panose="020B0604020202020204"/>
              <a:cs typeface="IRRUEG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RRUEG+Helvetica" panose="020B0604020202020204"/>
                <a:cs typeface="IRRUEG+Helvetica" panose="020B0604020202020204"/>
              </a:rPr>
              <a:t>to groups</a:t>
            </a:r>
            <a:endParaRPr sz="1800">
              <a:solidFill>
                <a:srgbClr val="000000"/>
              </a:solidFill>
              <a:latin typeface="IRRUEG+Helvetica" panose="020B0604020202020204"/>
              <a:cs typeface="IRRUEG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82069" y="4754194"/>
            <a:ext cx="939635" cy="598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RRUEG+Helvetica" panose="020B0604020202020204"/>
                <a:cs typeface="IRRUEG+Helvetica" panose="020B0604020202020204"/>
              </a:rPr>
              <a:t>report</a:t>
            </a:r>
            <a:endParaRPr sz="1800">
              <a:solidFill>
                <a:srgbClr val="000000"/>
              </a:solidFill>
              <a:latin typeface="IRRUEG+Helvetica" panose="020B0604020202020204"/>
              <a:cs typeface="IRRUEG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31170" y="4868403"/>
            <a:ext cx="1701120" cy="895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RRUEG+Helvetica" panose="020B0604020202020204"/>
                <a:cs typeface="IRRUEG+Helvetica" panose="020B0604020202020204"/>
              </a:rPr>
              <a:t>Download list</a:t>
            </a:r>
            <a:endParaRPr sz="1800">
              <a:solidFill>
                <a:srgbClr val="000000"/>
              </a:solidFill>
              <a:latin typeface="IRRUEG+Helvetica" panose="020B0604020202020204"/>
              <a:cs typeface="IRRUEG+Helvetica" panose="020B0604020202020204"/>
            </a:endParaRPr>
          </a:p>
          <a:p>
            <a:pPr marL="21590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RRUEG+Helvetica" panose="020B0604020202020204"/>
                <a:cs typeface="IRRUEG+Helvetica" panose="020B0604020202020204"/>
              </a:rPr>
              <a:t>of joiners</a:t>
            </a:r>
            <a:endParaRPr sz="1800">
              <a:solidFill>
                <a:srgbClr val="000000"/>
              </a:solidFill>
              <a:latin typeface="IRRUEG+Helvetica" panose="020B0604020202020204"/>
              <a:cs typeface="IRRUEG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42170" y="6010567"/>
            <a:ext cx="1079282" cy="598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RRUEG+Helvetica" panose="020B0604020202020204"/>
                <a:cs typeface="IRRUEG+Helvetica" panose="020B0604020202020204"/>
              </a:rPr>
              <a:t>Joiners</a:t>
            </a:r>
            <a:endParaRPr sz="1800">
              <a:solidFill>
                <a:srgbClr val="000000"/>
              </a:solidFill>
              <a:latin typeface="IRRUEG+Helvetica" panose="020B0604020202020204"/>
              <a:cs typeface="IRRUEG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32411" y="6010567"/>
            <a:ext cx="1066455" cy="598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RRUEG+Helvetica" panose="020B0604020202020204"/>
                <a:cs typeface="IRRUEG+Helvetica" panose="020B0604020202020204"/>
              </a:rPr>
              <a:t>Rooms</a:t>
            </a:r>
            <a:endParaRPr sz="1800">
              <a:solidFill>
                <a:srgbClr val="000000"/>
              </a:solidFill>
              <a:latin typeface="IRRUEG+Helvetica" panose="020B0604020202020204"/>
              <a:cs typeface="IRRUEG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93419" y="6010567"/>
            <a:ext cx="1714163" cy="598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RRUEG+Helvetica" panose="020B0604020202020204"/>
                <a:cs typeface="IRRUEG+Helvetica" panose="020B0604020202020204"/>
              </a:rPr>
              <a:t>Participations</a:t>
            </a:r>
            <a:endParaRPr sz="1800">
              <a:solidFill>
                <a:srgbClr val="000000"/>
              </a:solidFill>
              <a:latin typeface="IRRUEG+Helvetica" panose="020B0604020202020204"/>
              <a:cs typeface="IRRUEG+Helvetica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VOFHJ+CMR7" panose="02000500000000000000"/>
                <a:cs typeface="WVOFHJ+CMR7" panose="02000500000000000000"/>
              </a:rPr>
              <a:t>248</a:t>
            </a:r>
            <a:endParaRPr sz="1450">
              <a:solidFill>
                <a:srgbClr val="000000"/>
              </a:solidFill>
              <a:latin typeface="WVOFHJ+CMR7" panose="02000500000000000000"/>
              <a:cs typeface="WVOFHJ+CMR7" panose="0200050000000000000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580941"/>
            <a:ext cx="7147760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22">
                <a:solidFill>
                  <a:srgbClr val="000000"/>
                </a:solidFill>
                <a:latin typeface="BDPBBV+CMBX12~c" panose="02000500000000000000"/>
                <a:cs typeface="BDPBBV+CMBX12~c" panose="02000500000000000000"/>
              </a:rPr>
              <a:t>Typical</a:t>
            </a:r>
            <a:r>
              <a:rPr sz="2500" spc="3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BDPBBV+CMBX12~c" panose="02000500000000000000"/>
                <a:cs typeface="BDPBBV+CMBX12~c" panose="02000500000000000000"/>
              </a:rPr>
              <a:t>information</a:t>
            </a:r>
            <a:r>
              <a:rPr sz="2500" spc="2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BDPBBV+CMBX12~c" panose="02000500000000000000"/>
                <a:cs typeface="BDPBBV+CMBX12~c" panose="02000500000000000000"/>
              </a:rPr>
              <a:t>system</a:t>
            </a:r>
            <a:r>
              <a:rPr sz="2500" spc="2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8">
                <a:solidFill>
                  <a:srgbClr val="000000"/>
                </a:solidFill>
                <a:latin typeface="BDPBBV+CMBX12~c" panose="02000500000000000000"/>
                <a:cs typeface="BDPBBV+CMBX12~c" panose="02000500000000000000"/>
              </a:rPr>
              <a:t>architecture</a:t>
            </a:r>
            <a:endParaRPr sz="2500" spc="-18">
              <a:solidFill>
                <a:srgbClr val="000000"/>
              </a:solidFill>
              <a:latin typeface="BDPBBV+CMBX12~c" panose="02000500000000000000"/>
              <a:cs typeface="BDPBBV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3080993"/>
            <a:ext cx="8246546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PEHRQ+CMSY10~25" panose="02000500000000000000"/>
                <a:cs typeface="LPEHRQ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PEGF+CMR10" panose="02000500000000000000"/>
                <a:cs typeface="FJPEGF+CMR10" panose="02000500000000000000"/>
              </a:rPr>
              <a:t>Collection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PEGF+CMR10" panose="02000500000000000000"/>
                <a:cs typeface="FJPEGF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PEGF+CMR10" panose="02000500000000000000"/>
                <a:cs typeface="FJPEGF+CMR10" panose="02000500000000000000"/>
              </a:rPr>
              <a:t>data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PEGF+CMR10" panose="02000500000000000000"/>
                <a:cs typeface="FJPEGF+CMR10" panose="02000500000000000000"/>
              </a:rPr>
              <a:t>stores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JPEGF+CMR10" panose="02000500000000000000"/>
                <a:cs typeface="FJPEGF+CMR10" panose="02000500000000000000"/>
              </a:rPr>
              <a:t>holding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JPEGF+CMR10" panose="02000500000000000000"/>
                <a:cs typeface="FJPEGF+CMR10" panose="02000500000000000000"/>
              </a:rPr>
              <a:t>info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FJPEGF+CMR10" panose="02000500000000000000"/>
                <a:cs typeface="FJPEGF+CMR10" panose="02000500000000000000"/>
              </a:rPr>
              <a:t>about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FJPEGF+CMR10" panose="02000500000000000000"/>
                <a:cs typeface="FJPEGF+CMR10" panose="02000500000000000000"/>
              </a:rPr>
              <a:t>subject</a:t>
            </a:r>
            <a:r>
              <a:rPr sz="2050" spc="1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PEGF+CMR10" panose="02000500000000000000"/>
                <a:cs typeface="FJPEGF+CMR10" panose="02000500000000000000"/>
              </a:rPr>
              <a:t>domain.</a:t>
            </a:r>
            <a:endParaRPr sz="2050">
              <a:solidFill>
                <a:srgbClr val="000000"/>
              </a:solidFill>
              <a:latin typeface="FJPEGF+CMR10" panose="02000500000000000000"/>
              <a:cs typeface="FJPEGF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80" y="3599156"/>
            <a:ext cx="7917453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PEHRQ+CMSY10~25" panose="02000500000000000000"/>
                <a:cs typeface="LPEHRQ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PEGF+CMR10" panose="02000500000000000000"/>
                <a:cs typeface="FJPEGF+CMR10" panose="02000500000000000000"/>
              </a:rPr>
              <a:t>Collection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PEGF+CMR10" panose="02000500000000000000"/>
                <a:cs typeface="FJPEGF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PEGF+CMR10" panose="02000500000000000000"/>
                <a:cs typeface="FJPEGF+CMR10" panose="02000500000000000000"/>
              </a:rPr>
              <a:t>data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PEGF+CMR10" panose="02000500000000000000"/>
                <a:cs typeface="FJPEGF+CMR10" panose="02000500000000000000"/>
              </a:rPr>
              <a:t>transformations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JPEGF+CMR10" panose="02000500000000000000"/>
                <a:cs typeface="FJPEGF+CMR10" panose="02000500000000000000"/>
              </a:rPr>
              <a:t>accessing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JPEGF+CMR10" panose="02000500000000000000"/>
                <a:cs typeface="FJPEGF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PEGF+CMR10" panose="02000500000000000000"/>
                <a:cs typeface="FJPEGF+CMR10" panose="02000500000000000000"/>
              </a:rPr>
              <a:t>stores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PEGF+CMR10" panose="02000500000000000000"/>
                <a:cs typeface="FJPEGF+CMR10" panose="02000500000000000000"/>
              </a:rPr>
              <a:t>on</a:t>
            </a:r>
            <a:endParaRPr sz="2050">
              <a:solidFill>
                <a:srgbClr val="000000"/>
              </a:solidFill>
              <a:latin typeface="FJPEGF+CMR10" panose="02000500000000000000"/>
              <a:cs typeface="FJPEGF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699" y="3971013"/>
            <a:ext cx="344704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22">
                <a:solidFill>
                  <a:srgbClr val="000000"/>
                </a:solidFill>
                <a:latin typeface="FJPEGF+CMR10" panose="02000500000000000000"/>
                <a:cs typeface="FJPEGF+CMR10" panose="02000500000000000000"/>
              </a:rPr>
              <a:t>behalf</a:t>
            </a:r>
            <a:r>
              <a:rPr sz="2050" spc="1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PEGF+CMR10" panose="02000500000000000000"/>
                <a:cs typeface="FJPEGF+CMR10" panose="02000500000000000000"/>
              </a:rPr>
              <a:t>of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JPEGF+CMR10" panose="02000500000000000000"/>
                <a:cs typeface="FJPEGF+CMR10" panose="02000500000000000000"/>
              </a:rPr>
              <a:t>external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PEGF+CMR10" panose="02000500000000000000"/>
                <a:cs typeface="FJPEGF+CMR10" panose="02000500000000000000"/>
              </a:rPr>
              <a:t>entities.</a:t>
            </a:r>
            <a:endParaRPr sz="2050">
              <a:solidFill>
                <a:srgbClr val="000000"/>
              </a:solidFill>
              <a:latin typeface="FJPEGF+CMR10" panose="02000500000000000000"/>
              <a:cs typeface="FJPEGF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4265" y="4489176"/>
            <a:ext cx="7809604" cy="10822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FJPEGF+CMR10" panose="02000500000000000000"/>
                <a:cs typeface="FJPEGF+CMR10" panose="02000500000000000000"/>
              </a:rPr>
              <a:t>Often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PEGF+CMR10" panose="02000500000000000000"/>
                <a:cs typeface="FJPEGF+CMR10" panose="02000500000000000000"/>
              </a:rPr>
              <a:t>more</a:t>
            </a:r>
            <a:r>
              <a:rPr sz="2050" spc="1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PEGF+CMR10" panose="02000500000000000000"/>
                <a:cs typeface="FJPEGF+CMR10" panose="02000500000000000000"/>
              </a:rPr>
              <a:t>insightful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PEGF+CMR10" panose="02000500000000000000"/>
                <a:cs typeface="FJPEGF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PEGF+CMR10" panose="02000500000000000000"/>
                <a:cs typeface="FJPEGF+CMR10" panose="02000500000000000000"/>
              </a:rPr>
              <a:t>present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JPEGF+CMR10" panose="02000500000000000000"/>
                <a:cs typeface="FJPEGF+CMR10" panose="02000500000000000000"/>
              </a:rPr>
              <a:t>functional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FJPEGF+CMR10" panose="02000500000000000000"/>
                <a:cs typeface="FJPEGF+CMR10" panose="02000500000000000000"/>
              </a:rPr>
              <a:t>DFD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JPEGF+CMR10" panose="02000500000000000000"/>
                <a:cs typeface="FJPEGF+CMR10" panose="02000500000000000000"/>
              </a:rPr>
              <a:t>fragments</a:t>
            </a:r>
            <a:endParaRPr sz="2050">
              <a:solidFill>
                <a:srgbClr val="000000"/>
              </a:solidFill>
              <a:latin typeface="FJPEGF+CMR10" panose="02000500000000000000"/>
              <a:cs typeface="FJPEGF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JPEGF+CMR10" panose="02000500000000000000"/>
                <a:cs typeface="FJPEGF+CMR10" panose="02000500000000000000"/>
              </a:rPr>
              <a:t>separately.</a:t>
            </a:r>
            <a:endParaRPr sz="2050">
              <a:solidFill>
                <a:srgbClr val="000000"/>
              </a:solidFill>
              <a:latin typeface="FJPEGF+CMR10" panose="02000500000000000000"/>
              <a:cs typeface="FJPEGF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HBONTF+CMR7" panose="02000500000000000000"/>
                <a:cs typeface="HBONTF+CMR7" panose="02000500000000000000"/>
              </a:rPr>
              <a:t>249</a:t>
            </a:r>
            <a:endParaRPr sz="1450">
              <a:solidFill>
                <a:srgbClr val="000000"/>
              </a:solidFill>
              <a:latin typeface="HBONTF+CMR7" panose="02000500000000000000"/>
              <a:cs typeface="HBONTF+CMR7" panose="0200050000000000000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5" y="1081325"/>
            <a:ext cx="7570966" cy="1163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9">
                <a:solidFill>
                  <a:srgbClr val="000000"/>
                </a:solidFill>
                <a:latin typeface="LFKWDB+CMBX12~c" panose="02000500000000000000"/>
                <a:cs typeface="LFKWDB+CMBX12~c" panose="02000500000000000000"/>
              </a:rPr>
              <a:t>Requirements-level</a:t>
            </a:r>
            <a:r>
              <a:rPr sz="2500" spc="3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8">
                <a:solidFill>
                  <a:srgbClr val="000000"/>
                </a:solidFill>
                <a:latin typeface="LFKWDB+CMBX12~c" panose="02000500000000000000"/>
                <a:cs typeface="LFKWDB+CMBX12~c" panose="02000500000000000000"/>
              </a:rPr>
              <a:t>architecture</a:t>
            </a:r>
            <a:r>
              <a:rPr sz="2500" spc="3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LFKWDB+CMBX12~c" panose="02000500000000000000"/>
                <a:cs typeface="LFKWDB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LFKWDB+CMBX12~c" panose="02000500000000000000"/>
                <a:cs typeface="LFKWDB+CMBX12~c" panose="02000500000000000000"/>
              </a:rPr>
              <a:t>heating</a:t>
            </a:r>
            <a:endParaRPr sz="2500" spc="-11">
              <a:solidFill>
                <a:srgbClr val="000000"/>
              </a:solidFill>
              <a:latin typeface="LFKWDB+CMBX12~c" panose="02000500000000000000"/>
              <a:cs typeface="LFKWDB+CMBX12~c" panose="02000500000000000000"/>
            </a:endParaRPr>
          </a:p>
          <a:p>
            <a:pPr marL="0" marR="0">
              <a:lnSpc>
                <a:spcPts val="2480"/>
              </a:lnSpc>
              <a:spcBef>
                <a:spcPts val="445"/>
              </a:spcBef>
              <a:spcAft>
                <a:spcPct val="0"/>
              </a:spcAft>
            </a:pPr>
            <a:r>
              <a:rPr sz="2500" spc="-19">
                <a:solidFill>
                  <a:srgbClr val="000000"/>
                </a:solidFill>
                <a:latin typeface="LFKWDB+CMBX12~c" panose="02000500000000000000"/>
                <a:cs typeface="LFKWDB+CMBX12~c" panose="02000500000000000000"/>
              </a:rPr>
              <a:t>controller</a:t>
            </a:r>
            <a:endParaRPr sz="2500" spc="-19">
              <a:solidFill>
                <a:srgbClr val="000000"/>
              </a:solidFill>
              <a:latin typeface="LFKWDB+CMBX12~c" panose="02000500000000000000"/>
              <a:cs typeface="LFKWDB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84091" y="2364412"/>
            <a:ext cx="1045848" cy="4458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finished(b)</a:t>
            </a:r>
            <a:endParaRPr sz="1350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79554" y="2833627"/>
            <a:ext cx="294703" cy="4458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i</a:t>
            </a:r>
            <a:endParaRPr sz="1350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77478" y="2852395"/>
            <a:ext cx="351119" cy="4458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3</a:t>
            </a:r>
            <a:endParaRPr sz="1350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97327" y="3096390"/>
            <a:ext cx="1111399" cy="933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5415" marR="0">
              <a:lnSpc>
                <a:spcPts val="1485"/>
              </a:lnSpc>
              <a:spcBef>
                <a:spcPct val="0"/>
              </a:spcBef>
              <a:spcAft>
                <a:spcPct val="0"/>
              </a:spcAft>
            </a:pPr>
            <a:r>
              <a:rPr sz="1350" spc="-1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Monitor</a:t>
            </a:r>
            <a:endParaRPr sz="1350" spc="-10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  <a:p>
            <a:pPr marL="0" marR="0">
              <a:lnSpc>
                <a:spcPts val="1485"/>
              </a:lnSpc>
              <a:spcBef>
                <a:spcPts val="435"/>
              </a:spcBef>
              <a:spcAft>
                <a:spcPct val="0"/>
              </a:spcAft>
            </a:pPr>
            <a:r>
              <a:rPr sz="1350" spc="-11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end</a:t>
            </a:r>
            <a:r>
              <a:rPr sz="135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 time(b)</a:t>
            </a:r>
            <a:endParaRPr sz="1350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  <a:p>
            <a:pPr marL="314325" marR="0">
              <a:lnSpc>
                <a:spcPts val="1485"/>
              </a:lnSpc>
              <a:spcBef>
                <a:spcPts val="435"/>
              </a:spcBef>
              <a:spcAft>
                <a:spcPct val="0"/>
              </a:spcAft>
            </a:pPr>
            <a:r>
              <a:rPr sz="1350" spc="-1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(S)</a:t>
            </a:r>
            <a:endParaRPr sz="1350" spc="-10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63657" y="3152694"/>
            <a:ext cx="322911" cy="4458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*</a:t>
            </a:r>
            <a:endParaRPr sz="1350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80700" y="3209000"/>
            <a:ext cx="1064802" cy="4458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5"/>
              </a:lnSpc>
              <a:spcBef>
                <a:spcPct val="0"/>
              </a:spcBef>
              <a:spcAft>
                <a:spcPct val="0"/>
              </a:spcAft>
            </a:pPr>
            <a:r>
              <a:rPr sz="1350" spc="-1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Batch</a:t>
            </a:r>
            <a:r>
              <a:rPr sz="135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 data</a:t>
            </a:r>
            <a:endParaRPr sz="1350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24373" y="3321611"/>
            <a:ext cx="979989" cy="877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395" marR="0">
              <a:lnSpc>
                <a:spcPts val="148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duration</a:t>
            </a:r>
            <a:endParaRPr sz="1350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  <a:p>
            <a:pPr marL="0" marR="0">
              <a:lnSpc>
                <a:spcPts val="1485"/>
              </a:lnSpc>
              <a:spcBef>
                <a:spcPts val="1915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start(b)</a:t>
            </a:r>
            <a:endParaRPr sz="1350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72915" y="3715756"/>
            <a:ext cx="754835" cy="4458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tank id</a:t>
            </a:r>
            <a:endParaRPr sz="1350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12356" y="3715756"/>
            <a:ext cx="1158160" cy="6898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switch on(i),</a:t>
            </a:r>
            <a:endParaRPr sz="1350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  <a:p>
            <a:pPr marL="23495" marR="0">
              <a:lnSpc>
                <a:spcPts val="1485"/>
              </a:lnSpc>
              <a:spcBef>
                <a:spcPts val="435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switch off(i)</a:t>
            </a:r>
            <a:endParaRPr sz="1350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95657" y="3865908"/>
            <a:ext cx="726485" cy="4458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stop(i)</a:t>
            </a:r>
            <a:endParaRPr sz="1350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54365" y="3865908"/>
            <a:ext cx="914210" cy="4458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Heater(i)</a:t>
            </a:r>
            <a:endParaRPr sz="1350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37543" y="4222511"/>
            <a:ext cx="351119" cy="4458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1</a:t>
            </a:r>
            <a:endParaRPr sz="1350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77472" y="4222512"/>
            <a:ext cx="351119" cy="4458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2</a:t>
            </a:r>
            <a:endParaRPr sz="1350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36677" y="4372663"/>
            <a:ext cx="632706" cy="4458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5"/>
              </a:lnSpc>
              <a:spcBef>
                <a:spcPct val="0"/>
              </a:spcBef>
              <a:spcAft>
                <a:spcPct val="0"/>
              </a:spcAft>
            </a:pPr>
            <a:r>
              <a:rPr sz="1350" spc="-12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Tank</a:t>
            </a:r>
            <a:endParaRPr sz="1350" spc="-12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96553" y="4428975"/>
            <a:ext cx="1393156" cy="4458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start heating(b)</a:t>
            </a:r>
            <a:endParaRPr sz="1350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65191" y="4428975"/>
            <a:ext cx="735723" cy="4458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start(i)</a:t>
            </a:r>
            <a:endParaRPr sz="1350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98980" y="4504045"/>
            <a:ext cx="923777" cy="6898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5"/>
              </a:lnSpc>
              <a:spcBef>
                <a:spcPct val="0"/>
              </a:spcBef>
              <a:spcAft>
                <a:spcPct val="0"/>
              </a:spcAft>
            </a:pPr>
            <a:r>
              <a:rPr sz="1350" spc="-1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Operator</a:t>
            </a:r>
            <a:endParaRPr sz="1350" spc="-10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  <a:p>
            <a:pPr marL="42545" marR="0">
              <a:lnSpc>
                <a:spcPts val="1485"/>
              </a:lnSpc>
              <a:spcBef>
                <a:spcPts val="435"/>
              </a:spcBef>
              <a:spcAft>
                <a:spcPct val="0"/>
              </a:spcAft>
            </a:pPr>
            <a:r>
              <a:rPr sz="1350" spc="-1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console</a:t>
            </a:r>
            <a:endParaRPr sz="1350" spc="-10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06125" y="4504045"/>
            <a:ext cx="613903" cy="4458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Start</a:t>
            </a:r>
            <a:endParaRPr sz="1350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95968" y="4616657"/>
            <a:ext cx="914210" cy="6898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control(i)</a:t>
            </a:r>
            <a:endParaRPr sz="1350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  <a:p>
            <a:pPr marL="279400" marR="0">
              <a:lnSpc>
                <a:spcPts val="1485"/>
              </a:lnSpc>
              <a:spcBef>
                <a:spcPts val="435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&gt;</a:t>
            </a:r>
            <a:endParaRPr sz="1350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74707" y="4748038"/>
            <a:ext cx="876846" cy="6898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 marR="0">
              <a:lnSpc>
                <a:spcPts val="148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heating</a:t>
            </a:r>
            <a:endParaRPr sz="1350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  <a:p>
            <a:pPr marL="0" marR="0">
              <a:lnSpc>
                <a:spcPts val="1485"/>
              </a:lnSpc>
              <a:spcBef>
                <a:spcPts val="435"/>
              </a:spcBef>
              <a:spcAft>
                <a:spcPct val="0"/>
              </a:spcAft>
            </a:pPr>
            <a:r>
              <a:rPr sz="1350" spc="-1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batch(b)</a:t>
            </a:r>
            <a:endParaRPr sz="1350" spc="-10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182992" y="4841878"/>
            <a:ext cx="1317949" cy="4458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temperature(i)</a:t>
            </a:r>
            <a:endParaRPr sz="1350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142541" y="5254793"/>
            <a:ext cx="937799" cy="689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5"/>
              </a:lnSpc>
              <a:spcBef>
                <a:spcPct val="0"/>
              </a:spcBef>
              <a:spcAft>
                <a:spcPct val="0"/>
              </a:spcAft>
            </a:pPr>
            <a:r>
              <a:rPr sz="1350" spc="-12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Thermo−</a:t>
            </a:r>
            <a:endParaRPr sz="1350" spc="-12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  <a:p>
            <a:pPr marL="49530" marR="0">
              <a:lnSpc>
                <a:spcPts val="1485"/>
              </a:lnSpc>
              <a:spcBef>
                <a:spcPts val="435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meter(i)</a:t>
            </a:r>
            <a:endParaRPr sz="1350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44585" y="5292334"/>
            <a:ext cx="1046052" cy="4458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batch data</a:t>
            </a:r>
            <a:endParaRPr sz="1350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74031" y="5461244"/>
            <a:ext cx="1918662" cy="858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desired temperature(i)</a:t>
            </a:r>
            <a:endParaRPr sz="1350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  <a:p>
            <a:pPr marL="1229360" marR="0">
              <a:lnSpc>
                <a:spcPts val="1485"/>
              </a:lnSpc>
              <a:spcBef>
                <a:spcPts val="1715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*</a:t>
            </a:r>
            <a:endParaRPr sz="1350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837541" y="5536328"/>
            <a:ext cx="351119" cy="4458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5"/>
              </a:lnSpc>
              <a:spcBef>
                <a:spcPct val="0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4</a:t>
            </a:r>
            <a:endParaRPr sz="1350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677914" y="5817860"/>
            <a:ext cx="670399" cy="689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5" marR="0">
              <a:lnSpc>
                <a:spcPts val="1485"/>
              </a:lnSpc>
              <a:spcBef>
                <a:spcPct val="0"/>
              </a:spcBef>
              <a:spcAft>
                <a:spcPct val="0"/>
              </a:spcAft>
            </a:pPr>
            <a:r>
              <a:rPr sz="1350" spc="-1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Enter</a:t>
            </a:r>
            <a:endParaRPr sz="1350" spc="-10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  <a:p>
            <a:pPr marL="0" marR="0">
              <a:lnSpc>
                <a:spcPts val="1485"/>
              </a:lnSpc>
              <a:spcBef>
                <a:spcPts val="435"/>
              </a:spcBef>
              <a:spcAft>
                <a:spcPct val="0"/>
              </a:spcAft>
            </a:pPr>
            <a:r>
              <a:rPr sz="135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batch</a:t>
            </a:r>
            <a:endParaRPr sz="1350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14880" y="5930471"/>
            <a:ext cx="867444" cy="4458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5"/>
              </a:lnSpc>
              <a:spcBef>
                <a:spcPct val="0"/>
              </a:spcBef>
              <a:spcAft>
                <a:spcPct val="0"/>
              </a:spcAft>
            </a:pPr>
            <a:r>
              <a:rPr sz="1350" spc="-11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Recipes</a:t>
            </a:r>
            <a:endParaRPr sz="1350" spc="-11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920638" y="5930471"/>
            <a:ext cx="1064802" cy="4458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5"/>
              </a:lnSpc>
              <a:spcBef>
                <a:spcPct val="0"/>
              </a:spcBef>
              <a:spcAft>
                <a:spcPct val="0"/>
              </a:spcAft>
            </a:pPr>
            <a:r>
              <a:rPr sz="1350" spc="-1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Batch</a:t>
            </a:r>
            <a:r>
              <a:rPr sz="135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 data</a:t>
            </a:r>
            <a:endParaRPr sz="1350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16935" y="6305847"/>
            <a:ext cx="792387" cy="4458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85"/>
              </a:lnSpc>
              <a:spcBef>
                <a:spcPct val="0"/>
              </a:spcBef>
              <a:spcAft>
                <a:spcPct val="0"/>
              </a:spcAft>
            </a:pPr>
            <a:r>
              <a:rPr sz="1350" spc="-10">
                <a:solidFill>
                  <a:srgbClr val="000000"/>
                </a:solidFill>
                <a:latin typeface="EMPDRO+Helvetica" panose="020B0604020202020204"/>
                <a:cs typeface="EMPDRO+Helvetica" panose="020B0604020202020204"/>
              </a:rPr>
              <a:t>data(b)</a:t>
            </a:r>
            <a:endParaRPr sz="1350" spc="-10">
              <a:solidFill>
                <a:srgbClr val="000000"/>
              </a:solidFill>
              <a:latin typeface="EMPDRO+Helvetica" panose="020B0604020202020204"/>
              <a:cs typeface="EMPDRO+Helvetica" panose="020B060402020202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ALFUGC+CMR7" panose="02000500000000000000"/>
                <a:cs typeface="ALFUGC+CMR7" panose="02000500000000000000"/>
              </a:rPr>
              <a:t>250</a:t>
            </a:r>
            <a:endParaRPr sz="1450">
              <a:solidFill>
                <a:srgbClr val="000000"/>
              </a:solidFill>
              <a:latin typeface="ALFUGC+CMR7" panose="02000500000000000000"/>
              <a:cs typeface="ALFUGC+CMR7" panose="0200050000000000000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484882"/>
            <a:ext cx="5741907" cy="8009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55"/>
              </a:lnSpc>
              <a:spcBef>
                <a:spcPct val="0"/>
              </a:spcBef>
              <a:spcAft>
                <a:spcPct val="0"/>
              </a:spcAft>
            </a:pPr>
            <a:r>
              <a:rPr sz="2500">
                <a:solidFill>
                  <a:srgbClr val="000000"/>
                </a:solidFill>
                <a:latin typeface="DRQNIA+CMBX12~c" panose="02000500000000000000"/>
                <a:cs typeface="DRQNIA+CMBX12~c" panose="02000500000000000000"/>
              </a:rPr>
              <a:t>Decomposition</a:t>
            </a:r>
            <a:r>
              <a:rPr sz="2500" spc="3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DRQNIA+CMBX12~c" panose="02000500000000000000"/>
                <a:cs typeface="DRQNIA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67">
                <a:solidFill>
                  <a:srgbClr val="000000"/>
                </a:solidFill>
                <a:latin typeface="TQFRJO+CMSSBX10~511" panose="02000500000000000000"/>
                <a:cs typeface="TQFRJO+CMSSBX10~511" panose="02000500000000000000"/>
              </a:rPr>
              <a:t>Tank</a:t>
            </a:r>
            <a:r>
              <a:rPr sz="2500" spc="34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TQFRJO+CMSSBX10~511" panose="02000500000000000000"/>
                <a:cs typeface="TQFRJO+CMSSBX10~511" panose="02000500000000000000"/>
              </a:rPr>
              <a:t>control(i)</a:t>
            </a:r>
            <a:endParaRPr sz="2500">
              <a:solidFill>
                <a:srgbClr val="000000"/>
              </a:solidFill>
              <a:latin typeface="TQFRJO+CMSSBX10~511" panose="02000500000000000000"/>
              <a:cs typeface="TQFRJO+CMSSBX10~511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60386" y="2223050"/>
            <a:ext cx="366425" cy="467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RISLD+Helvetica" panose="020B0604020202020204"/>
                <a:cs typeface="JRISLD+Helvetica" panose="020B0604020202020204"/>
              </a:rPr>
              <a:t>3</a:t>
            </a:r>
            <a:endParaRPr sz="1400">
              <a:solidFill>
                <a:srgbClr val="000000"/>
              </a:solidFill>
              <a:latin typeface="JRISLD+Helvetica" panose="020B0604020202020204"/>
              <a:cs typeface="JRISLD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86785" y="2541832"/>
            <a:ext cx="1113601" cy="9850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446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RISLD+Helvetica" panose="020B0604020202020204"/>
                <a:cs typeface="JRISLD+Helvetica" panose="020B0604020202020204"/>
              </a:rPr>
              <a:t>Monitor</a:t>
            </a:r>
            <a:endParaRPr sz="1400">
              <a:solidFill>
                <a:srgbClr val="000000"/>
              </a:solidFill>
              <a:latin typeface="JRISLD+Helvetica" panose="020B0604020202020204"/>
              <a:cs typeface="JRISLD+Helvetica" panose="020B0604020202020204"/>
            </a:endParaRPr>
          </a:p>
          <a:p>
            <a:pPr marL="0" marR="0">
              <a:lnSpc>
                <a:spcPts val="1575"/>
              </a:lnSpc>
              <a:spcBef>
                <a:spcPts val="41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RISLD+Helvetica" panose="020B0604020202020204"/>
                <a:cs typeface="JRISLD+Helvetica" panose="020B0604020202020204"/>
              </a:rPr>
              <a:t>end time(i)</a:t>
            </a:r>
            <a:endParaRPr sz="1400">
              <a:solidFill>
                <a:srgbClr val="000000"/>
              </a:solidFill>
              <a:latin typeface="JRISLD+Helvetica" panose="020B0604020202020204"/>
              <a:cs typeface="JRISLD+Helvetica" panose="020B0604020202020204"/>
            </a:endParaRPr>
          </a:p>
          <a:p>
            <a:pPr marL="304165" marR="0">
              <a:lnSpc>
                <a:spcPts val="1575"/>
              </a:lnSpc>
              <a:spcBef>
                <a:spcPts val="46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RISLD+Helvetica" panose="020B0604020202020204"/>
                <a:cs typeface="JRISLD+Helvetica" panose="020B0604020202020204"/>
              </a:rPr>
              <a:t>(S)</a:t>
            </a:r>
            <a:endParaRPr sz="1400">
              <a:solidFill>
                <a:srgbClr val="000000"/>
              </a:solidFill>
              <a:latin typeface="JRISLD+Helvetica" panose="020B0604020202020204"/>
              <a:cs typeface="JRISLD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42765" y="3418475"/>
            <a:ext cx="764891" cy="467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RISLD+Helvetica" panose="020B0604020202020204"/>
                <a:cs typeface="JRISLD+Helvetica" panose="020B0604020202020204"/>
              </a:rPr>
              <a:t>stop(i)</a:t>
            </a:r>
            <a:endParaRPr sz="1400">
              <a:solidFill>
                <a:srgbClr val="000000"/>
              </a:solidFill>
              <a:latin typeface="JRISLD+Helvetica" panose="020B0604020202020204"/>
              <a:cs typeface="JRISLD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71822" y="3657548"/>
            <a:ext cx="366425" cy="467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RISLD+Helvetica" panose="020B0604020202020204"/>
                <a:cs typeface="JRISLD+Helvetica" panose="020B0604020202020204"/>
              </a:rPr>
              <a:t>1</a:t>
            </a:r>
            <a:endParaRPr sz="1400">
              <a:solidFill>
                <a:srgbClr val="000000"/>
              </a:solidFill>
              <a:latin typeface="JRISLD+Helvetica" panose="020B0604020202020204"/>
              <a:cs typeface="JRISLD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66129" y="3697405"/>
            <a:ext cx="1223130" cy="726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RISLD+Helvetica" panose="020B0604020202020204"/>
                <a:cs typeface="JRISLD+Helvetica" panose="020B0604020202020204"/>
              </a:rPr>
              <a:t>switch on(i),</a:t>
            </a:r>
            <a:endParaRPr sz="1400">
              <a:solidFill>
                <a:srgbClr val="000000"/>
              </a:solidFill>
              <a:latin typeface="JRISLD+Helvetica" panose="020B0604020202020204"/>
              <a:cs typeface="JRISLD+Helvetica" panose="020B0604020202020204"/>
            </a:endParaRPr>
          </a:p>
          <a:p>
            <a:pPr marL="24765" marR="0">
              <a:lnSpc>
                <a:spcPts val="1575"/>
              </a:lnSpc>
              <a:spcBef>
                <a:spcPts val="41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RISLD+Helvetica" panose="020B0604020202020204"/>
                <a:cs typeface="JRISLD+Helvetica" panose="020B0604020202020204"/>
              </a:rPr>
              <a:t>switch off(i)</a:t>
            </a:r>
            <a:endParaRPr sz="1400">
              <a:solidFill>
                <a:srgbClr val="000000"/>
              </a:solidFill>
              <a:latin typeface="JRISLD+Helvetica" panose="020B0604020202020204"/>
              <a:cs typeface="JRISLD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85612" y="3717320"/>
            <a:ext cx="515973" cy="467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RISLD+Helvetica" panose="020B0604020202020204"/>
                <a:cs typeface="JRISLD+Helvetica" panose="020B0604020202020204"/>
              </a:rPr>
              <a:t>2.1</a:t>
            </a:r>
            <a:endParaRPr sz="1400">
              <a:solidFill>
                <a:srgbClr val="000000"/>
              </a:solidFill>
              <a:latin typeface="JRISLD+Helvetica" panose="020B0604020202020204"/>
              <a:cs typeface="JRISLD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81883" y="3956409"/>
            <a:ext cx="774697" cy="467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RISLD+Helvetica" panose="020B0604020202020204"/>
                <a:cs typeface="JRISLD+Helvetica" panose="020B0604020202020204"/>
              </a:rPr>
              <a:t>start(i)</a:t>
            </a:r>
            <a:endParaRPr sz="1400">
              <a:solidFill>
                <a:srgbClr val="000000"/>
              </a:solidFill>
              <a:latin typeface="JRISLD+Helvetica" panose="020B0604020202020204"/>
              <a:cs typeface="JRISLD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32317" y="4036101"/>
            <a:ext cx="645380" cy="467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RISLD+Helvetica" panose="020B0604020202020204"/>
                <a:cs typeface="JRISLD+Helvetica" panose="020B0604020202020204"/>
              </a:rPr>
              <a:t>Start</a:t>
            </a:r>
            <a:endParaRPr sz="1400">
              <a:solidFill>
                <a:srgbClr val="000000"/>
              </a:solidFill>
              <a:latin typeface="JRISLD+Helvetica" panose="020B0604020202020204"/>
              <a:cs typeface="JRISLD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41176" y="4036101"/>
            <a:ext cx="804904" cy="467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RISLD+Helvetica" panose="020B0604020202020204"/>
                <a:cs typeface="JRISLD+Helvetica" panose="020B0604020202020204"/>
              </a:rPr>
              <a:t>Heater</a:t>
            </a:r>
            <a:endParaRPr sz="1400">
              <a:solidFill>
                <a:srgbClr val="000000"/>
              </a:solidFill>
              <a:latin typeface="JRISLD+Helvetica" panose="020B0604020202020204"/>
              <a:cs typeface="JRISLD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48968" y="4155646"/>
            <a:ext cx="964167" cy="467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RISLD+Helvetica" panose="020B0604020202020204"/>
                <a:cs typeface="JRISLD+Helvetica" panose="020B0604020202020204"/>
              </a:rPr>
              <a:t>Heater(i)</a:t>
            </a:r>
            <a:endParaRPr sz="1400">
              <a:solidFill>
                <a:srgbClr val="000000"/>
              </a:solidFill>
              <a:latin typeface="JRISLD+Helvetica" panose="020B0604020202020204"/>
              <a:cs typeface="JRISLD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92812" y="4295109"/>
            <a:ext cx="924505" cy="726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925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RISLD+Helvetica" panose="020B0604020202020204"/>
                <a:cs typeface="JRISLD+Helvetica" panose="020B0604020202020204"/>
              </a:rPr>
              <a:t>heating</a:t>
            </a:r>
            <a:endParaRPr sz="1400">
              <a:solidFill>
                <a:srgbClr val="000000"/>
              </a:solidFill>
              <a:latin typeface="JRISLD+Helvetica" panose="020B0604020202020204"/>
              <a:cs typeface="JRISLD+Helvetica" panose="020B0604020202020204"/>
            </a:endParaRPr>
          </a:p>
          <a:p>
            <a:pPr marL="0" marR="0">
              <a:lnSpc>
                <a:spcPts val="1575"/>
              </a:lnSpc>
              <a:spcBef>
                <a:spcPts val="41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RISLD+Helvetica" panose="020B0604020202020204"/>
                <a:cs typeface="JRISLD+Helvetica" panose="020B0604020202020204"/>
              </a:rPr>
              <a:t>batch(b)</a:t>
            </a:r>
            <a:endParaRPr sz="1400">
              <a:solidFill>
                <a:srgbClr val="000000"/>
              </a:solidFill>
              <a:latin typeface="JRISLD+Helvetica" panose="020B0604020202020204"/>
              <a:cs typeface="JRISLD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61562" y="4295109"/>
            <a:ext cx="964167" cy="467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RISLD+Helvetica" panose="020B0604020202020204"/>
                <a:cs typeface="JRISLD+Helvetica" panose="020B0604020202020204"/>
              </a:rPr>
              <a:t>control(i)</a:t>
            </a:r>
            <a:endParaRPr sz="1400">
              <a:solidFill>
                <a:srgbClr val="000000"/>
              </a:solidFill>
              <a:latin typeface="JRISLD+Helvetica" panose="020B0604020202020204"/>
              <a:cs typeface="JRISLD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16980" y="4574048"/>
            <a:ext cx="1103707" cy="9850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005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RISLD+Helvetica" panose="020B0604020202020204"/>
                <a:cs typeface="JRISLD+Helvetica" panose="020B0604020202020204"/>
              </a:rPr>
              <a:t>too hot(i),</a:t>
            </a:r>
            <a:endParaRPr sz="1400">
              <a:solidFill>
                <a:srgbClr val="000000"/>
              </a:solidFill>
              <a:latin typeface="JRISLD+Helvetica" panose="020B0604020202020204"/>
              <a:cs typeface="JRISLD+Helvetica" panose="020B0604020202020204"/>
            </a:endParaRPr>
          </a:p>
          <a:p>
            <a:pPr marL="0" marR="0">
              <a:lnSpc>
                <a:spcPts val="1575"/>
              </a:lnSpc>
              <a:spcBef>
                <a:spcPts val="41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RISLD+Helvetica" panose="020B0604020202020204"/>
                <a:cs typeface="JRISLD+Helvetica" panose="020B0604020202020204"/>
              </a:rPr>
              <a:t>too cold(i),</a:t>
            </a:r>
            <a:endParaRPr sz="1400">
              <a:solidFill>
                <a:srgbClr val="000000"/>
              </a:solidFill>
              <a:latin typeface="JRISLD+Helvetica" panose="020B0604020202020204"/>
              <a:cs typeface="JRISLD+Helvetica" panose="020B0604020202020204"/>
            </a:endParaRPr>
          </a:p>
          <a:p>
            <a:pPr marL="209550" marR="0">
              <a:lnSpc>
                <a:spcPts val="1575"/>
              </a:lnSpc>
              <a:spcBef>
                <a:spcPts val="46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RISLD+Helvetica" panose="020B0604020202020204"/>
                <a:cs typeface="JRISLD+Helvetica" panose="020B0604020202020204"/>
              </a:rPr>
              <a:t>OK(i)</a:t>
            </a:r>
            <a:endParaRPr sz="1400">
              <a:solidFill>
                <a:srgbClr val="000000"/>
              </a:solidFill>
              <a:latin typeface="JRISLD+Helvetica" panose="020B0604020202020204"/>
              <a:cs typeface="JRISLD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91948" y="4733433"/>
            <a:ext cx="535495" cy="467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RISLD+Helvetica" panose="020B0604020202020204"/>
                <a:cs typeface="JRISLD+Helvetica" panose="020B0604020202020204"/>
              </a:rPr>
              <a:t>T(i)</a:t>
            </a:r>
            <a:endParaRPr sz="1400">
              <a:solidFill>
                <a:srgbClr val="000000"/>
              </a:solidFill>
              <a:latin typeface="JRISLD+Helvetica" panose="020B0604020202020204"/>
              <a:cs typeface="JRISLD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85613" y="5111986"/>
            <a:ext cx="515973" cy="467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RISLD+Helvetica" panose="020B0604020202020204"/>
                <a:cs typeface="JRISLD+Helvetica" panose="020B0604020202020204"/>
              </a:rPr>
              <a:t>2.2</a:t>
            </a:r>
            <a:endParaRPr sz="1400">
              <a:solidFill>
                <a:srgbClr val="000000"/>
              </a:solidFill>
              <a:latin typeface="JRISLD+Helvetica" panose="020B0604020202020204"/>
              <a:cs typeface="JRISLD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81407" y="5351072"/>
            <a:ext cx="1392752" cy="467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RISLD+Helvetica" panose="020B0604020202020204"/>
                <a:cs typeface="JRISLD+Helvetica" panose="020B0604020202020204"/>
              </a:rPr>
              <a:t>temperature(i)</a:t>
            </a:r>
            <a:endParaRPr sz="1400">
              <a:solidFill>
                <a:srgbClr val="000000"/>
              </a:solidFill>
              <a:latin typeface="JRISLD+Helvetica" panose="020B0604020202020204"/>
              <a:cs typeface="JRISLD+Helvetica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92261" y="5550309"/>
            <a:ext cx="1124027" cy="467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RISLD+Helvetica" panose="020B0604020202020204"/>
                <a:cs typeface="JRISLD+Helvetica" panose="020B0604020202020204"/>
              </a:rPr>
              <a:t>Batch data</a:t>
            </a:r>
            <a:endParaRPr sz="1400">
              <a:solidFill>
                <a:srgbClr val="000000"/>
              </a:solidFill>
              <a:latin typeface="JRISLD+Helvetica" panose="020B0604020202020204"/>
              <a:cs typeface="JRISLD+Helvetica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61954" y="5550309"/>
            <a:ext cx="1163444" cy="467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RISLD+Helvetica" panose="020B0604020202020204"/>
                <a:cs typeface="JRISLD+Helvetica" panose="020B0604020202020204"/>
              </a:rPr>
              <a:t>Compare(i)</a:t>
            </a:r>
            <a:endParaRPr sz="1400">
              <a:solidFill>
                <a:srgbClr val="000000"/>
              </a:solidFill>
              <a:latin typeface="JRISLD+Helvetica" panose="020B0604020202020204"/>
              <a:cs typeface="JRISLD+Helvetica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79994" y="5550309"/>
            <a:ext cx="1502109" cy="467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RISLD+Helvetica" panose="020B0604020202020204"/>
                <a:cs typeface="JRISLD+Helvetica" panose="020B0604020202020204"/>
              </a:rPr>
              <a:t>Thermometer(i)</a:t>
            </a:r>
            <a:endParaRPr sz="1400">
              <a:solidFill>
                <a:srgbClr val="000000"/>
              </a:solidFill>
              <a:latin typeface="JRISLD+Helvetica" panose="020B0604020202020204"/>
              <a:cs typeface="JRISLD+Helvetica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FSDBRR+CMR7" panose="02000500000000000000"/>
                <a:cs typeface="FSDBRR+CMR7" panose="02000500000000000000"/>
              </a:rPr>
              <a:t>251</a:t>
            </a:r>
            <a:endParaRPr sz="1450">
              <a:solidFill>
                <a:srgbClr val="000000"/>
              </a:solidFill>
              <a:latin typeface="FSDBRR+CMR7" panose="02000500000000000000"/>
              <a:cs typeface="FSDBRR+CMR7" panose="0200050000000000000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3009185"/>
            <a:ext cx="6318048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22">
                <a:solidFill>
                  <a:srgbClr val="000000"/>
                </a:solidFill>
                <a:latin typeface="COIFIL+CMBX12~c" panose="02000500000000000000"/>
                <a:cs typeface="COIFIL+CMBX12~c" panose="02000500000000000000"/>
              </a:rPr>
              <a:t>Typical</a:t>
            </a:r>
            <a:r>
              <a:rPr sz="2500" spc="3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6">
                <a:solidFill>
                  <a:srgbClr val="000000"/>
                </a:solidFill>
                <a:latin typeface="COIFIL+CMBX12~c" panose="02000500000000000000"/>
                <a:cs typeface="COIFIL+CMBX12~c" panose="02000500000000000000"/>
              </a:rPr>
              <a:t>control</a:t>
            </a:r>
            <a:r>
              <a:rPr sz="2500" spc="3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COIFIL+CMBX12~c" panose="02000500000000000000"/>
                <a:cs typeface="COIFIL+CMBX12~c" panose="02000500000000000000"/>
              </a:rPr>
              <a:t>system</a:t>
            </a:r>
            <a:r>
              <a:rPr sz="2500" spc="2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8">
                <a:solidFill>
                  <a:srgbClr val="000000"/>
                </a:solidFill>
                <a:latin typeface="COIFIL+CMBX12~c" panose="02000500000000000000"/>
                <a:cs typeface="COIFIL+CMBX12~c" panose="02000500000000000000"/>
              </a:rPr>
              <a:t>architecture</a:t>
            </a:r>
            <a:endParaRPr sz="2500" spc="-18">
              <a:solidFill>
                <a:srgbClr val="000000"/>
              </a:solidFill>
              <a:latin typeface="COIFIL+CMBX12~c" panose="02000500000000000000"/>
              <a:cs typeface="COIFIL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3509237"/>
            <a:ext cx="4367383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GKOBL+CMSY10~25" panose="02000500000000000000"/>
                <a:cs typeface="PGKOB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KHNWLA+CMR10" panose="02000500000000000000"/>
                <a:cs typeface="KHNWLA+CMR10" panose="02000500000000000000"/>
              </a:rPr>
              <a:t>One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HNWLA+CMR10" panose="02000500000000000000"/>
                <a:cs typeface="KHNWLA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HNWLA+CMR10" panose="02000500000000000000"/>
                <a:cs typeface="KHNWLA+CMR10" panose="02000500000000000000"/>
              </a:rPr>
              <a:t>more</a:t>
            </a:r>
            <a:r>
              <a:rPr sz="2050" spc="1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HNWLA+CMR10" panose="02000500000000000000"/>
                <a:cs typeface="KHNWLA+CMR10" panose="02000500000000000000"/>
              </a:rPr>
              <a:t>control</a:t>
            </a:r>
            <a:r>
              <a:rPr sz="2050" spc="1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6">
                <a:solidFill>
                  <a:srgbClr val="000000"/>
                </a:solidFill>
                <a:latin typeface="KHNWLA+CMR10" panose="02000500000000000000"/>
                <a:cs typeface="KHNWLA+CMR10" panose="02000500000000000000"/>
              </a:rPr>
              <a:t>processes.</a:t>
            </a:r>
            <a:endParaRPr sz="2050" spc="16">
              <a:solidFill>
                <a:srgbClr val="000000"/>
              </a:solidFill>
              <a:latin typeface="KHNWLA+CMR10" panose="02000500000000000000"/>
              <a:cs typeface="KHNWLA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82" y="4027400"/>
            <a:ext cx="7536516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GKOBL+CMSY10~25" panose="02000500000000000000"/>
                <a:cs typeface="PGKOB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HNWLA+CMR10" panose="02000500000000000000"/>
                <a:cs typeface="KHNWLA+CMR10" panose="02000500000000000000"/>
              </a:rPr>
              <a:t>Collection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HNWLA+CMR10" panose="02000500000000000000"/>
                <a:cs typeface="KHNWLA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HNWLA+CMR10" panose="02000500000000000000"/>
                <a:cs typeface="KHNWLA+CMR10" panose="02000500000000000000"/>
              </a:rPr>
              <a:t>interface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KHNWLA+CMR10" panose="02000500000000000000"/>
                <a:cs typeface="KHNWLA+CMR10" panose="02000500000000000000"/>
              </a:rPr>
              <a:t>processes</a:t>
            </a:r>
            <a:r>
              <a:rPr sz="2050" spc="1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HNWLA+CMR10" panose="02000500000000000000"/>
                <a:cs typeface="KHNWLA+CMR10" panose="02000500000000000000"/>
              </a:rPr>
              <a:t>connecting</a:t>
            </a:r>
            <a:r>
              <a:rPr sz="2050" spc="1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HNWLA+CMR10" panose="02000500000000000000"/>
                <a:cs typeface="KHNWLA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HNWLA+CMR10" panose="02000500000000000000"/>
                <a:cs typeface="KHNWLA+CMR10" panose="02000500000000000000"/>
              </a:rPr>
              <a:t>control</a:t>
            </a:r>
            <a:endParaRPr sz="2050">
              <a:solidFill>
                <a:srgbClr val="000000"/>
              </a:solidFill>
              <a:latin typeface="KHNWLA+CMR10" panose="02000500000000000000"/>
              <a:cs typeface="KHNWLA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700" y="4399258"/>
            <a:ext cx="3855361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7">
                <a:solidFill>
                  <a:srgbClr val="000000"/>
                </a:solidFill>
                <a:latin typeface="KHNWLA+CMR10" panose="02000500000000000000"/>
                <a:cs typeface="KHNWLA+CMR10" panose="02000500000000000000"/>
              </a:rPr>
              <a:t>processes</a:t>
            </a:r>
            <a:r>
              <a:rPr sz="2050" spc="1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HNWLA+CMR10" panose="02000500000000000000"/>
                <a:cs typeface="KHNWLA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HNWLA+CMR10" panose="02000500000000000000"/>
                <a:cs typeface="KHNWLA+CMR10" panose="02000500000000000000"/>
              </a:rPr>
              <a:t>external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HNWLA+CMR10" panose="02000500000000000000"/>
                <a:cs typeface="KHNWLA+CMR10" panose="02000500000000000000"/>
              </a:rPr>
              <a:t>devices.</a:t>
            </a:r>
            <a:endParaRPr sz="2050" spc="11">
              <a:solidFill>
                <a:srgbClr val="000000"/>
              </a:solidFill>
              <a:latin typeface="KHNWLA+CMR10" panose="02000500000000000000"/>
              <a:cs typeface="KHNWLA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MUJDNG+CMR7" panose="02000500000000000000"/>
                <a:cs typeface="MUJDNG+CMR7" panose="02000500000000000000"/>
              </a:rPr>
              <a:t>252</a:t>
            </a:r>
            <a:endParaRPr sz="1450">
              <a:solidFill>
                <a:srgbClr val="000000"/>
              </a:solidFill>
              <a:latin typeface="MUJDNG+CMR7" panose="02000500000000000000"/>
              <a:cs typeface="MUJDNG+CMR7" panose="02000500000000000000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007917"/>
            <a:ext cx="4387430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25">
                <a:solidFill>
                  <a:srgbClr val="000000"/>
                </a:solidFill>
                <a:latin typeface="IDHGTU+CMBX12~c" panose="02000500000000000000"/>
                <a:cs typeface="IDHGTU+CMBX12~c" panose="02000500000000000000"/>
              </a:rPr>
              <a:t>Context</a:t>
            </a:r>
            <a:r>
              <a:rPr sz="2500" spc="3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IDHGTU+CMBX12~c" panose="02000500000000000000"/>
                <a:cs typeface="IDHGTU+CMBX12~c" panose="02000500000000000000"/>
              </a:rPr>
              <a:t>diagram</a:t>
            </a:r>
            <a:r>
              <a:rPr sz="2500" spc="2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IDHGTU+CMBX12~c" panose="02000500000000000000"/>
                <a:cs typeface="IDHGTU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IDHGTU+CMBX12~c" panose="02000500000000000000"/>
                <a:cs typeface="IDHGTU+CMBX12~c" panose="02000500000000000000"/>
              </a:rPr>
              <a:t>ETS</a:t>
            </a:r>
            <a:endParaRPr sz="2500" spc="-11">
              <a:solidFill>
                <a:srgbClr val="000000"/>
              </a:solidFill>
              <a:latin typeface="IDHGTU+CMBX12~c" panose="02000500000000000000"/>
              <a:cs typeface="IDHGTU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4276" y="3511466"/>
            <a:ext cx="1139897" cy="5790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35"/>
              </a:lnSpc>
              <a:spcBef>
                <a:spcPct val="0"/>
              </a:spcBef>
              <a:spcAft>
                <a:spcPct val="0"/>
              </a:spcAft>
            </a:pPr>
            <a:r>
              <a:rPr sz="1750">
                <a:solidFill>
                  <a:srgbClr val="000000"/>
                </a:solidFill>
                <a:latin typeface="MAWLGW+Helvetica" panose="020B0604020202020204"/>
                <a:cs typeface="MAWLGW+Helvetica" panose="020B0604020202020204"/>
              </a:rPr>
              <a:t>Traveler</a:t>
            </a:r>
            <a:endParaRPr sz="1750">
              <a:solidFill>
                <a:srgbClr val="000000"/>
              </a:solidFill>
              <a:latin typeface="MAWLGW+Helvetica" panose="020B0604020202020204"/>
              <a:cs typeface="MAWLGW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05458" y="3511466"/>
            <a:ext cx="1347998" cy="5790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35"/>
              </a:lnSpc>
              <a:spcBef>
                <a:spcPct val="0"/>
              </a:spcBef>
              <a:spcAft>
                <a:spcPct val="0"/>
              </a:spcAft>
            </a:pPr>
            <a:r>
              <a:rPr sz="1750" spc="-10">
                <a:solidFill>
                  <a:srgbClr val="000000"/>
                </a:solidFill>
                <a:latin typeface="MAWLGW+Helvetica" panose="020B0604020202020204"/>
                <a:cs typeface="MAWLGW+Helvetica" panose="020B0604020202020204"/>
              </a:rPr>
              <a:t>Conductor</a:t>
            </a:r>
            <a:endParaRPr sz="1750" spc="-10">
              <a:solidFill>
                <a:srgbClr val="000000"/>
              </a:solidFill>
              <a:latin typeface="MAWLGW+Helvetica" panose="020B0604020202020204"/>
              <a:cs typeface="MAWLGW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66218" y="4097888"/>
            <a:ext cx="761102" cy="8967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35"/>
              </a:lnSpc>
              <a:spcBef>
                <a:spcPct val="0"/>
              </a:spcBef>
              <a:spcAft>
                <a:spcPct val="0"/>
              </a:spcAft>
            </a:pPr>
            <a:r>
              <a:rPr sz="1750" spc="-12">
                <a:solidFill>
                  <a:srgbClr val="000000"/>
                </a:solidFill>
                <a:latin typeface="MAWLGW+Helvetica" panose="020B0604020202020204"/>
                <a:cs typeface="MAWLGW+Helvetica" panose="020B0604020202020204"/>
              </a:rPr>
              <a:t>ETS</a:t>
            </a:r>
            <a:endParaRPr sz="1750" spc="-12">
              <a:solidFill>
                <a:srgbClr val="000000"/>
              </a:solidFill>
              <a:latin typeface="MAWLGW+Helvetica" panose="020B0604020202020204"/>
              <a:cs typeface="MAWLGW+Helvetica" panose="020B0604020202020204"/>
            </a:endParaRPr>
          </a:p>
          <a:p>
            <a:pPr marL="149860" marR="0">
              <a:lnSpc>
                <a:spcPts val="1935"/>
              </a:lnSpc>
              <a:spcBef>
                <a:spcPts val="565"/>
              </a:spcBef>
              <a:spcAft>
                <a:spcPct val="0"/>
              </a:spcAft>
            </a:pPr>
            <a:r>
              <a:rPr sz="1750">
                <a:solidFill>
                  <a:srgbClr val="000000"/>
                </a:solidFill>
                <a:latin typeface="MAWLGW+Helvetica" panose="020B0604020202020204"/>
                <a:cs typeface="MAWLGW+Helvetica" panose="020B0604020202020204"/>
              </a:rPr>
              <a:t>&gt;</a:t>
            </a:r>
            <a:endParaRPr sz="1750">
              <a:solidFill>
                <a:srgbClr val="000000"/>
              </a:solidFill>
              <a:latin typeface="MAWLGW+Helvetica" panose="020B0604020202020204"/>
              <a:cs typeface="MAWLGW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51179" y="4097888"/>
            <a:ext cx="2056385" cy="8967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35"/>
              </a:lnSpc>
              <a:spcBef>
                <a:spcPct val="0"/>
              </a:spcBef>
              <a:spcAft>
                <a:spcPct val="0"/>
              </a:spcAft>
            </a:pPr>
            <a:r>
              <a:rPr sz="1750">
                <a:solidFill>
                  <a:srgbClr val="000000"/>
                </a:solidFill>
                <a:latin typeface="MAWLGW+Helvetica" panose="020B0604020202020204"/>
                <a:cs typeface="MAWLGW+Helvetica" panose="020B0604020202020204"/>
              </a:rPr>
              <a:t>Railway </a:t>
            </a:r>
            <a:r>
              <a:rPr sz="1750" spc="-11">
                <a:solidFill>
                  <a:srgbClr val="000000"/>
                </a:solidFill>
                <a:latin typeface="MAWLGW+Helvetica" panose="020B0604020202020204"/>
                <a:cs typeface="MAWLGW+Helvetica" panose="020B0604020202020204"/>
              </a:rPr>
              <a:t>company</a:t>
            </a:r>
            <a:endParaRPr sz="1750" spc="-11">
              <a:solidFill>
                <a:srgbClr val="000000"/>
              </a:solidFill>
              <a:latin typeface="MAWLGW+Helvetica" panose="020B0604020202020204"/>
              <a:cs typeface="MAWLGW+Helvetica" panose="020B0604020202020204"/>
            </a:endParaRPr>
          </a:p>
          <a:p>
            <a:pPr marL="403225" marR="0">
              <a:lnSpc>
                <a:spcPts val="1935"/>
              </a:lnSpc>
              <a:spcBef>
                <a:spcPts val="565"/>
              </a:spcBef>
              <a:spcAft>
                <a:spcPct val="0"/>
              </a:spcAft>
            </a:pPr>
            <a:r>
              <a:rPr sz="1750" spc="-10">
                <a:solidFill>
                  <a:srgbClr val="000000"/>
                </a:solidFill>
                <a:latin typeface="MAWLGW+Helvetica" panose="020B0604020202020204"/>
                <a:cs typeface="MAWLGW+Helvetica" panose="020B0604020202020204"/>
              </a:rPr>
              <a:t>computer</a:t>
            </a:r>
            <a:endParaRPr sz="1750" spc="-10">
              <a:solidFill>
                <a:srgbClr val="000000"/>
              </a:solidFill>
              <a:latin typeface="MAWLGW+Helvetica" panose="020B0604020202020204"/>
              <a:cs typeface="MAWLGW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97760" y="4244497"/>
            <a:ext cx="834619" cy="5790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35"/>
              </a:lnSpc>
              <a:spcBef>
                <a:spcPct val="0"/>
              </a:spcBef>
              <a:spcAft>
                <a:spcPct val="0"/>
              </a:spcAft>
            </a:pPr>
            <a:r>
              <a:rPr sz="1750" spc="-11">
                <a:solidFill>
                  <a:srgbClr val="000000"/>
                </a:solidFill>
                <a:latin typeface="MAWLGW+Helvetica" panose="020B0604020202020204"/>
                <a:cs typeface="MAWLGW+Helvetica" panose="020B0604020202020204"/>
              </a:rPr>
              <a:t>Bank</a:t>
            </a:r>
            <a:endParaRPr sz="1750" spc="-11">
              <a:solidFill>
                <a:srgbClr val="000000"/>
              </a:solidFill>
              <a:latin typeface="MAWLGW+Helvetica" panose="020B0604020202020204"/>
              <a:cs typeface="MAWLGW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08018" y="4244497"/>
            <a:ext cx="1812316" cy="5790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35"/>
              </a:lnSpc>
              <a:spcBef>
                <a:spcPct val="0"/>
              </a:spcBef>
              <a:spcAft>
                <a:spcPct val="0"/>
              </a:spcAft>
            </a:pPr>
            <a:r>
              <a:rPr sz="1750">
                <a:solidFill>
                  <a:srgbClr val="000000"/>
                </a:solidFill>
                <a:latin typeface="MAWLGW+Helvetica" panose="020B0604020202020204"/>
                <a:cs typeface="MAWLGW+Helvetica" panose="020B0604020202020204"/>
              </a:rPr>
              <a:t>Clearing </a:t>
            </a:r>
            <a:r>
              <a:rPr sz="1750" spc="-10">
                <a:solidFill>
                  <a:srgbClr val="000000"/>
                </a:solidFill>
                <a:latin typeface="MAWLGW+Helvetica" panose="020B0604020202020204"/>
                <a:cs typeface="MAWLGW+Helvetica" panose="020B0604020202020204"/>
              </a:rPr>
              <a:t>house</a:t>
            </a:r>
            <a:endParaRPr sz="1750" spc="-10">
              <a:solidFill>
                <a:srgbClr val="000000"/>
              </a:solidFill>
              <a:latin typeface="MAWLGW+Helvetica" panose="020B0604020202020204"/>
              <a:cs typeface="MAWLGW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75210" y="5221889"/>
            <a:ext cx="1543110" cy="5790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35"/>
              </a:lnSpc>
              <a:spcBef>
                <a:spcPct val="0"/>
              </a:spcBef>
              <a:spcAft>
                <a:spcPct val="0"/>
              </a:spcAft>
            </a:pPr>
            <a:r>
              <a:rPr sz="1750">
                <a:solidFill>
                  <a:srgbClr val="000000"/>
                </a:solidFill>
                <a:latin typeface="MAWLGW+Helvetica" panose="020B0604020202020204"/>
                <a:cs typeface="MAWLGW+Helvetica" panose="020B0604020202020204"/>
              </a:rPr>
              <a:t>Rail network</a:t>
            </a:r>
            <a:endParaRPr sz="1750">
              <a:solidFill>
                <a:srgbClr val="000000"/>
              </a:solidFill>
              <a:latin typeface="MAWLGW+Helvetica" panose="020B0604020202020204"/>
              <a:cs typeface="MAWLGW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HPSJOT+CMR7" panose="02000500000000000000"/>
                <a:cs typeface="HPSJOT+CMR7" panose="02000500000000000000"/>
              </a:rPr>
              <a:t>253</a:t>
            </a:r>
            <a:endParaRPr sz="1450">
              <a:solidFill>
                <a:srgbClr val="000000"/>
              </a:solidFill>
              <a:latin typeface="HPSJOT+CMR7" panose="02000500000000000000"/>
              <a:cs typeface="HPSJOT+CMR7" panose="02000500000000000000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430065"/>
            <a:ext cx="4561316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BJRGMK+CMBX12~c" panose="02000500000000000000"/>
                <a:cs typeface="BJRGMK+CMBX12~c" panose="02000500000000000000"/>
              </a:rPr>
              <a:t>Icons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BJRGMK+CMBX12~c" panose="02000500000000000000"/>
                <a:cs typeface="BJRGMK+CMBX12~c" panose="02000500000000000000"/>
              </a:rPr>
              <a:t>for</a:t>
            </a:r>
            <a:r>
              <a:rPr sz="2500" spc="3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BJRGMK+CMBX12~c" panose="02000500000000000000"/>
                <a:cs typeface="BJRGMK+CMBX12~c" panose="02000500000000000000"/>
              </a:rPr>
              <a:t>external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0">
                <a:solidFill>
                  <a:srgbClr val="000000"/>
                </a:solidFill>
                <a:latin typeface="BJRGMK+CMBX12~c" panose="02000500000000000000"/>
                <a:cs typeface="BJRGMK+CMBX12~c" panose="02000500000000000000"/>
              </a:rPr>
              <a:t>entities</a:t>
            </a:r>
            <a:endParaRPr sz="2500" spc="-20">
              <a:solidFill>
                <a:srgbClr val="000000"/>
              </a:solidFill>
              <a:latin typeface="BJRGMK+CMBX12~c" panose="02000500000000000000"/>
              <a:cs typeface="BJRGMK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68624" y="4242954"/>
            <a:ext cx="1181057" cy="9865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VKLOOG+Helvetica" panose="020B0604020202020204"/>
                <a:cs typeface="VKLOOG+Helvetica" panose="020B0604020202020204"/>
              </a:rPr>
              <a:t>External</a:t>
            </a:r>
            <a:endParaRPr sz="1800">
              <a:solidFill>
                <a:srgbClr val="000000"/>
              </a:solidFill>
              <a:latin typeface="VKLOOG+Helvetica" panose="020B0604020202020204"/>
              <a:cs typeface="VKLOOG+Helvetica" panose="020B0604020202020204"/>
            </a:endParaRPr>
          </a:p>
          <a:p>
            <a:pPr marL="146050" marR="0">
              <a:lnSpc>
                <a:spcPts val="2010"/>
              </a:lnSpc>
              <a:spcBef>
                <a:spcPts val="110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VKLOOG+Helvetica" panose="020B0604020202020204"/>
                <a:cs typeface="VKLOOG+Helvetica" panose="020B0604020202020204"/>
              </a:rPr>
              <a:t>entity</a:t>
            </a:r>
            <a:endParaRPr sz="1800">
              <a:solidFill>
                <a:srgbClr val="000000"/>
              </a:solidFill>
              <a:latin typeface="VKLOOG+Helvetica" panose="020B0604020202020204"/>
              <a:cs typeface="VKLOOG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05232" y="4882691"/>
            <a:ext cx="1790529" cy="5981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VKLOOG+Helvetica" panose="020B0604020202020204"/>
                <a:cs typeface="VKLOOG+Helvetica" panose="020B0604020202020204"/>
              </a:rPr>
              <a:t>External entity</a:t>
            </a:r>
            <a:endParaRPr sz="1800">
              <a:solidFill>
                <a:srgbClr val="000000"/>
              </a:solidFill>
              <a:latin typeface="VKLOOG+Helvetica" panose="020B0604020202020204"/>
              <a:cs typeface="VKLOOG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NTUNIS+CMR7" panose="02000500000000000000"/>
                <a:cs typeface="NTUNIS+CMR7" panose="02000500000000000000"/>
              </a:rPr>
              <a:t>254</a:t>
            </a:r>
            <a:endParaRPr sz="1450">
              <a:solidFill>
                <a:srgbClr val="000000"/>
              </a:solidFill>
              <a:latin typeface="NTUNIS+CMR7" panose="02000500000000000000"/>
              <a:cs typeface="NTUNIS+CMR7" panose="02000500000000000000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634537"/>
            <a:ext cx="4062483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PECRAA+CMBX12~c" panose="02000500000000000000"/>
                <a:cs typeface="PECRAA+CMBX12~c" panose="02000500000000000000"/>
              </a:rPr>
              <a:t>Time-behavior</a:t>
            </a:r>
            <a:r>
              <a:rPr sz="2500" spc="3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PECRAA+CMBX12~c" panose="02000500000000000000"/>
                <a:cs typeface="PECRAA+CMBX12~c" panose="02000500000000000000"/>
              </a:rPr>
              <a:t>of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38">
                <a:solidFill>
                  <a:srgbClr val="000000"/>
                </a:solidFill>
                <a:latin typeface="PECRAA+CMBX12~c" panose="02000500000000000000"/>
                <a:cs typeface="PECRAA+CMBX12~c" panose="02000500000000000000"/>
              </a:rPr>
              <a:t>ﬂows</a:t>
            </a:r>
            <a:endParaRPr sz="2500" spc="-38">
              <a:solidFill>
                <a:srgbClr val="000000"/>
              </a:solidFill>
              <a:latin typeface="PECRAA+CMBX12~c" panose="02000500000000000000"/>
              <a:cs typeface="PECRAA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4487" y="2276082"/>
            <a:ext cx="906242" cy="5836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70"/>
              </a:lnSpc>
              <a:spcBef>
                <a:spcPct val="0"/>
              </a:spcBef>
              <a:spcAft>
                <a:spcPct val="0"/>
              </a:spcAft>
            </a:pPr>
            <a:r>
              <a:rPr sz="1750">
                <a:solidFill>
                  <a:srgbClr val="000000"/>
                </a:solidFill>
                <a:latin typeface="NRBGVN+Helvetica" panose="020B0604020202020204"/>
                <a:cs typeface="NRBGVN+Helvetica" panose="020B0604020202020204"/>
              </a:rPr>
              <a:t>Value</a:t>
            </a:r>
            <a:endParaRPr sz="1750">
              <a:solidFill>
                <a:srgbClr val="000000"/>
              </a:solidFill>
              <a:latin typeface="NRBGVN+Helvetica" panose="020B0604020202020204"/>
              <a:cs typeface="NRBGVN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14768" y="2724046"/>
            <a:ext cx="2206597" cy="1031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70"/>
              </a:lnSpc>
              <a:spcBef>
                <a:spcPct val="0"/>
              </a:spcBef>
              <a:spcAft>
                <a:spcPct val="0"/>
              </a:spcAft>
            </a:pPr>
            <a:r>
              <a:rPr sz="1750">
                <a:solidFill>
                  <a:srgbClr val="000000"/>
                </a:solidFill>
                <a:latin typeface="NRBGVN+Helvetica" panose="020B0604020202020204"/>
                <a:cs typeface="NRBGVN+Helvetica" panose="020B0604020202020204"/>
              </a:rPr>
              <a:t>Time−discrete flow</a:t>
            </a:r>
            <a:endParaRPr sz="1750">
              <a:solidFill>
                <a:srgbClr val="000000"/>
              </a:solidFill>
              <a:latin typeface="NRBGVN+Helvetica" panose="020B0604020202020204"/>
              <a:cs typeface="NRBGVN+Helvetica" panose="020B0604020202020204"/>
            </a:endParaRPr>
          </a:p>
          <a:p>
            <a:pPr marL="0" marR="0">
              <a:lnSpc>
                <a:spcPts val="1970"/>
              </a:lnSpc>
              <a:spcBef>
                <a:spcPts val="1505"/>
              </a:spcBef>
              <a:spcAft>
                <a:spcPct val="0"/>
              </a:spcAft>
            </a:pPr>
            <a:r>
              <a:rPr sz="1750">
                <a:solidFill>
                  <a:srgbClr val="000000"/>
                </a:solidFill>
                <a:latin typeface="NRBGVN+Helvetica" panose="020B0604020202020204"/>
                <a:cs typeface="NRBGVN+Helvetica" panose="020B0604020202020204"/>
              </a:rPr>
              <a:t>Time</a:t>
            </a:r>
            <a:endParaRPr sz="1750">
              <a:solidFill>
                <a:srgbClr val="000000"/>
              </a:solidFill>
              <a:latin typeface="NRBGVN+Helvetica" panose="020B0604020202020204"/>
              <a:cs typeface="NRBGVN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14768" y="3694646"/>
            <a:ext cx="2505617" cy="8822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70"/>
              </a:lnSpc>
              <a:spcBef>
                <a:spcPct val="0"/>
              </a:spcBef>
              <a:spcAft>
                <a:spcPct val="0"/>
              </a:spcAft>
            </a:pPr>
            <a:r>
              <a:rPr sz="1750">
                <a:solidFill>
                  <a:srgbClr val="000000"/>
                </a:solidFill>
                <a:latin typeface="NRBGVN+Helvetica" panose="020B0604020202020204"/>
                <a:cs typeface="NRBGVN+Helvetica" panose="020B0604020202020204"/>
              </a:rPr>
              <a:t>Time−continuous flow</a:t>
            </a:r>
            <a:endParaRPr sz="1750">
              <a:solidFill>
                <a:srgbClr val="000000"/>
              </a:solidFill>
              <a:latin typeface="NRBGVN+Helvetica" panose="020B0604020202020204"/>
              <a:cs typeface="NRBGVN+Helvetica" panose="020B0604020202020204"/>
            </a:endParaRPr>
          </a:p>
          <a:p>
            <a:pPr marL="0" marR="0">
              <a:lnSpc>
                <a:spcPts val="1970"/>
              </a:lnSpc>
              <a:spcBef>
                <a:spcPts val="330"/>
              </a:spcBef>
              <a:spcAft>
                <a:spcPct val="0"/>
              </a:spcAft>
            </a:pPr>
            <a:r>
              <a:rPr sz="1750">
                <a:solidFill>
                  <a:srgbClr val="000000"/>
                </a:solidFill>
                <a:latin typeface="NRBGVN+Helvetica" panose="020B0604020202020204"/>
                <a:cs typeface="NRBGVN+Helvetica" panose="020B0604020202020204"/>
              </a:rPr>
              <a:t>(continuous values)</a:t>
            </a:r>
            <a:endParaRPr sz="1750">
              <a:solidFill>
                <a:srgbClr val="000000"/>
              </a:solidFill>
              <a:latin typeface="NRBGVN+Helvetica" panose="020B0604020202020204"/>
              <a:cs typeface="NRBGVN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14768" y="4814571"/>
            <a:ext cx="2505617" cy="8822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70"/>
              </a:lnSpc>
              <a:spcBef>
                <a:spcPct val="0"/>
              </a:spcBef>
              <a:spcAft>
                <a:spcPct val="0"/>
              </a:spcAft>
            </a:pPr>
            <a:r>
              <a:rPr sz="1750">
                <a:solidFill>
                  <a:srgbClr val="000000"/>
                </a:solidFill>
                <a:latin typeface="NRBGVN+Helvetica" panose="020B0604020202020204"/>
                <a:cs typeface="NRBGVN+Helvetica" panose="020B0604020202020204"/>
              </a:rPr>
              <a:t>Time−continuous flow</a:t>
            </a:r>
            <a:endParaRPr sz="1750">
              <a:solidFill>
                <a:srgbClr val="000000"/>
              </a:solidFill>
              <a:latin typeface="NRBGVN+Helvetica" panose="020B0604020202020204"/>
              <a:cs typeface="NRBGVN+Helvetica" panose="020B0604020202020204"/>
            </a:endParaRPr>
          </a:p>
          <a:p>
            <a:pPr marL="0" marR="0">
              <a:lnSpc>
                <a:spcPts val="1970"/>
              </a:lnSpc>
              <a:spcBef>
                <a:spcPts val="330"/>
              </a:spcBef>
              <a:spcAft>
                <a:spcPct val="0"/>
              </a:spcAft>
            </a:pPr>
            <a:r>
              <a:rPr sz="1750">
                <a:solidFill>
                  <a:srgbClr val="000000"/>
                </a:solidFill>
                <a:latin typeface="NRBGVN+Helvetica" panose="020B0604020202020204"/>
                <a:cs typeface="NRBGVN+Helvetica" panose="020B0604020202020204"/>
              </a:rPr>
              <a:t>(discrete values)</a:t>
            </a:r>
            <a:endParaRPr sz="1750">
              <a:solidFill>
                <a:srgbClr val="000000"/>
              </a:solidFill>
              <a:latin typeface="NRBGVN+Helvetica" panose="020B0604020202020204"/>
              <a:cs typeface="NRBGVN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4268" y="5807429"/>
            <a:ext cx="8816439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LPAFNL+CMR10" panose="02000500000000000000"/>
                <a:cs typeface="LPAFNL+CMR10" panose="02000500000000000000"/>
              </a:rPr>
              <a:t>NB.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PAFNL+CMR10" panose="02000500000000000000"/>
                <a:cs typeface="LPAFNL+CMR10" panose="02000500000000000000"/>
              </a:rPr>
              <a:t>Time-discrete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PAFNL+CMR10" panose="02000500000000000000"/>
                <a:cs typeface="LPAFNL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PAFNL+CMR10" panose="02000500000000000000"/>
                <a:cs typeface="LPAFNL+CMR10" panose="02000500000000000000"/>
              </a:rPr>
              <a:t>time-continuous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LPAFNL+CMR10" panose="02000500000000000000"/>
                <a:cs typeface="LPAFNL+CMR10" panose="02000500000000000000"/>
              </a:rPr>
              <a:t>ﬂows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PAFNL+CMR10" panose="02000500000000000000"/>
                <a:cs typeface="LPAFNL+CMR10" panose="02000500000000000000"/>
              </a:rPr>
              <a:t>all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PAFNL+CMR10" panose="02000500000000000000"/>
                <a:cs typeface="LPAFNL+CMR10" panose="02000500000000000000"/>
              </a:rPr>
              <a:t>carry</a:t>
            </a:r>
            <a:r>
              <a:rPr sz="20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PAFNL+CMR10" panose="02000500000000000000"/>
                <a:cs typeface="LPAFNL+CMR10" panose="02000500000000000000"/>
              </a:rPr>
              <a:t>data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LPAFNL+CMR10" panose="02000500000000000000"/>
                <a:cs typeface="LPAFNL+CMR10" panose="02000500000000000000"/>
              </a:rPr>
              <a:t>values.</a:t>
            </a:r>
            <a:endParaRPr sz="2050" spc="-11">
              <a:solidFill>
                <a:srgbClr val="000000"/>
              </a:solidFill>
              <a:latin typeface="LPAFNL+CMR10" panose="02000500000000000000"/>
              <a:cs typeface="LPAFNL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NPPFW+CMR7" panose="02000500000000000000"/>
                <a:cs typeface="WNPPFW+CMR7" panose="02000500000000000000"/>
              </a:rPr>
              <a:t>255</a:t>
            </a:r>
            <a:endParaRPr sz="1450">
              <a:solidFill>
                <a:srgbClr val="000000"/>
              </a:solidFill>
              <a:latin typeface="WNPPFW+CMR7" panose="02000500000000000000"/>
              <a:cs typeface="WNPPFW+CMR7" panose="02000500000000000000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130093"/>
            <a:ext cx="2703859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IQRGWO+CMBX12~c" panose="02000500000000000000"/>
                <a:cs typeface="IQRGWO+CMBX12~c" panose="02000500000000000000"/>
              </a:rPr>
              <a:t>Icons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IQRGWO+CMBX12~c" panose="02000500000000000000"/>
                <a:cs typeface="IQRGWO+CMBX12~c" panose="02000500000000000000"/>
              </a:rPr>
              <a:t>for</a:t>
            </a:r>
            <a:r>
              <a:rPr sz="2500" spc="3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38">
                <a:solidFill>
                  <a:srgbClr val="000000"/>
                </a:solidFill>
                <a:latin typeface="IQRGWO+CMBX12~c" panose="02000500000000000000"/>
                <a:cs typeface="IQRGWO+CMBX12~c" panose="02000500000000000000"/>
              </a:rPr>
              <a:t>ﬂows</a:t>
            </a:r>
            <a:endParaRPr sz="2500" spc="-38">
              <a:solidFill>
                <a:srgbClr val="000000"/>
              </a:solidFill>
              <a:latin typeface="IQRGWO+CMBX12~c" panose="02000500000000000000"/>
              <a:cs typeface="IQRGWO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80343" y="1892023"/>
            <a:ext cx="3391159" cy="664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5"/>
              </a:lnSpc>
              <a:spcBef>
                <a:spcPct val="0"/>
              </a:spcBef>
              <a:spcAft>
                <a:spcPct val="0"/>
              </a:spcAft>
            </a:pPr>
            <a:r>
              <a:rPr sz="2000" b="1">
                <a:solidFill>
                  <a:srgbClr val="000000"/>
                </a:solidFill>
                <a:latin typeface="DFSQQC+Helvetica-Bold" panose="020B0704020202020204"/>
                <a:cs typeface="DFSQQC+Helvetica-Bold" panose="020B0704020202020204"/>
              </a:rPr>
              <a:t>Communication channel</a:t>
            </a:r>
            <a:endParaRPr sz="2000" b="1">
              <a:solidFill>
                <a:srgbClr val="000000"/>
              </a:solidFill>
              <a:latin typeface="DFSQQC+Helvetica-Bold" panose="020B0704020202020204"/>
              <a:cs typeface="DFSQQC+Helvetica-Bold" panose="020B07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7993" y="2222131"/>
            <a:ext cx="4869063" cy="664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5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WPIWRE+Helvetica" panose="020B0604020202020204"/>
                <a:cs typeface="WPIWRE+Helvetica" panose="020B0604020202020204"/>
              </a:rPr>
              <a:t>Connected entities can communicate.</a:t>
            </a:r>
            <a:endParaRPr sz="2000">
              <a:solidFill>
                <a:srgbClr val="000000"/>
              </a:solidFill>
              <a:latin typeface="WPIWRE+Helvetica" panose="020B0604020202020204"/>
              <a:cs typeface="WPIWRE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14790" y="2501450"/>
            <a:ext cx="522223" cy="664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5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WPIWRE+Helvetica" panose="020B0604020202020204"/>
                <a:cs typeface="WPIWRE+Helvetica" panose="020B0604020202020204"/>
              </a:rPr>
              <a:t>d</a:t>
            </a:r>
            <a:endParaRPr sz="2000">
              <a:solidFill>
                <a:srgbClr val="000000"/>
              </a:solidFill>
              <a:latin typeface="WPIWRE+Helvetica" panose="020B0604020202020204"/>
              <a:cs typeface="WPIWRE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92914" y="2755381"/>
            <a:ext cx="3245441" cy="664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5"/>
              </a:lnSpc>
              <a:spcBef>
                <a:spcPct val="0"/>
              </a:spcBef>
              <a:spcAft>
                <a:spcPct val="0"/>
              </a:spcAft>
            </a:pPr>
            <a:r>
              <a:rPr sz="2000" b="1">
                <a:solidFill>
                  <a:srgbClr val="000000"/>
                </a:solidFill>
                <a:latin typeface="DFSQQC+Helvetica-Bold" panose="020B0704020202020204"/>
                <a:cs typeface="DFSQQC+Helvetica-Bold" panose="020B0704020202020204"/>
              </a:rPr>
              <a:t>Time-discrete data flow</a:t>
            </a:r>
            <a:endParaRPr sz="2000" b="1">
              <a:solidFill>
                <a:srgbClr val="000000"/>
              </a:solidFill>
              <a:latin typeface="DFSQQC+Helvetica-Bold" panose="020B0704020202020204"/>
              <a:cs typeface="DFSQQC+Helvetica-Bold" panose="020B07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20083" y="3085489"/>
            <a:ext cx="5518220" cy="994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5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WPIWRE+Helvetica" panose="020B0604020202020204"/>
                <a:cs typeface="WPIWRE+Helvetica" panose="020B0604020202020204"/>
              </a:rPr>
              <a:t>Sender can share info with receiver.</a:t>
            </a:r>
            <a:endParaRPr sz="2000">
              <a:solidFill>
                <a:srgbClr val="000000"/>
              </a:solidFill>
              <a:latin typeface="WPIWRE+Helvetica" panose="020B0604020202020204"/>
              <a:cs typeface="WPIWRE+Helvetica" panose="020B0604020202020204"/>
            </a:endParaRPr>
          </a:p>
          <a:p>
            <a:pPr marL="0" marR="0">
              <a:lnSpc>
                <a:spcPts val="2235"/>
              </a:lnSpc>
              <a:spcBef>
                <a:spcPts val="365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WPIWRE+Helvetica" panose="020B0604020202020204"/>
                <a:cs typeface="WPIWRE+Helvetica" panose="020B0604020202020204"/>
              </a:rPr>
              <a:t>Data is present at discrete instants of time.</a:t>
            </a:r>
            <a:endParaRPr sz="2000">
              <a:solidFill>
                <a:srgbClr val="000000"/>
              </a:solidFill>
              <a:latin typeface="WPIWRE+Helvetica" panose="020B0604020202020204"/>
              <a:cs typeface="WPIWRE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14790" y="3644133"/>
            <a:ext cx="522223" cy="1426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5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WPIWRE+Helvetica" panose="020B0604020202020204"/>
                <a:cs typeface="WPIWRE+Helvetica" panose="020B0604020202020204"/>
              </a:rPr>
              <a:t>d</a:t>
            </a:r>
            <a:endParaRPr sz="2000">
              <a:solidFill>
                <a:srgbClr val="000000"/>
              </a:solidFill>
              <a:latin typeface="WPIWRE+Helvetica" panose="020B0604020202020204"/>
              <a:cs typeface="WPIWRE+Helvetica" panose="020B0604020202020204"/>
            </a:endParaRPr>
          </a:p>
          <a:p>
            <a:pPr marL="0" marR="0">
              <a:lnSpc>
                <a:spcPts val="2235"/>
              </a:lnSpc>
              <a:spcBef>
                <a:spcPts val="3765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WPIWRE+Helvetica" panose="020B0604020202020204"/>
                <a:cs typeface="WPIWRE+Helvetica" panose="020B0604020202020204"/>
              </a:rPr>
              <a:t>e</a:t>
            </a:r>
            <a:endParaRPr sz="2000">
              <a:solidFill>
                <a:srgbClr val="000000"/>
              </a:solidFill>
              <a:latin typeface="WPIWRE+Helvetica" panose="020B0604020202020204"/>
              <a:cs typeface="WPIWRE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73361" y="3898061"/>
            <a:ext cx="4568088" cy="14264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5"/>
              </a:lnSpc>
              <a:spcBef>
                <a:spcPct val="0"/>
              </a:spcBef>
              <a:spcAft>
                <a:spcPct val="0"/>
              </a:spcAft>
            </a:pPr>
            <a:r>
              <a:rPr sz="2000" b="1">
                <a:solidFill>
                  <a:srgbClr val="000000"/>
                </a:solidFill>
                <a:latin typeface="DFSQQC+Helvetica-Bold" panose="020B0704020202020204"/>
                <a:cs typeface="DFSQQC+Helvetica-Bold" panose="020B0704020202020204"/>
              </a:rPr>
              <a:t>Time-continuous data flow</a:t>
            </a:r>
            <a:endParaRPr sz="2000" b="1">
              <a:solidFill>
                <a:srgbClr val="000000"/>
              </a:solidFill>
              <a:latin typeface="DFSQQC+Helvetica-Bold" panose="020B0704020202020204"/>
              <a:cs typeface="DFSQQC+Helvetica-Bold" panose="020B0704020202020204"/>
            </a:endParaRPr>
          </a:p>
          <a:p>
            <a:pPr marL="6350" marR="0">
              <a:lnSpc>
                <a:spcPts val="2235"/>
              </a:lnSpc>
              <a:spcBef>
                <a:spcPts val="765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WPIWRE+Helvetica" panose="020B0604020202020204"/>
                <a:cs typeface="WPIWRE+Helvetica" panose="020B0604020202020204"/>
              </a:rPr>
              <a:t>Data present during periods of time</a:t>
            </a:r>
            <a:endParaRPr sz="2000">
              <a:solidFill>
                <a:srgbClr val="000000"/>
              </a:solidFill>
              <a:latin typeface="WPIWRE+Helvetica" panose="020B0604020202020204"/>
              <a:cs typeface="WPIWRE+Helvetica" panose="020B0604020202020204"/>
            </a:endParaRPr>
          </a:p>
          <a:p>
            <a:pPr marL="8255" marR="0">
              <a:lnSpc>
                <a:spcPts val="2235"/>
              </a:lnSpc>
              <a:spcBef>
                <a:spcPts val="765"/>
              </a:spcBef>
              <a:spcAft>
                <a:spcPct val="0"/>
              </a:spcAft>
            </a:pPr>
            <a:r>
              <a:rPr sz="2000" b="1">
                <a:solidFill>
                  <a:srgbClr val="000000"/>
                </a:solidFill>
                <a:latin typeface="DFSQQC+Helvetica-Bold" panose="020B0704020202020204"/>
                <a:cs typeface="DFSQQC+Helvetica-Bold" panose="020B0704020202020204"/>
              </a:rPr>
              <a:t>Event flow</a:t>
            </a:r>
            <a:endParaRPr sz="2000" b="1">
              <a:solidFill>
                <a:srgbClr val="000000"/>
              </a:solidFill>
              <a:latin typeface="DFSQQC+Helvetica-Bold" panose="020B0704020202020204"/>
              <a:cs typeface="DFSQQC+Helvetica-Bold" panose="020B07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7386" y="5040741"/>
            <a:ext cx="5713287" cy="994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5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WPIWRE+Helvetica" panose="020B0604020202020204"/>
                <a:cs typeface="WPIWRE+Helvetica" panose="020B0604020202020204"/>
              </a:rPr>
              <a:t>Sender can cause receiver to do something.</a:t>
            </a:r>
            <a:endParaRPr sz="2000">
              <a:solidFill>
                <a:srgbClr val="000000"/>
              </a:solidFill>
              <a:latin typeface="WPIWRE+Helvetica" panose="020B0604020202020204"/>
              <a:cs typeface="WPIWRE+Helvetica" panose="020B0604020202020204"/>
            </a:endParaRPr>
          </a:p>
          <a:p>
            <a:pPr marL="0" marR="0">
              <a:lnSpc>
                <a:spcPts val="2235"/>
              </a:lnSpc>
              <a:spcBef>
                <a:spcPts val="365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WPIWRE+Helvetica" panose="020B0604020202020204"/>
                <a:cs typeface="WPIWRE+Helvetica" panose="020B0604020202020204"/>
              </a:rPr>
              <a:t>Named after effect or after cause.</a:t>
            </a:r>
            <a:endParaRPr sz="2000">
              <a:solidFill>
                <a:srgbClr val="000000"/>
              </a:solidFill>
              <a:latin typeface="WPIWRE+Helvetica" panose="020B0604020202020204"/>
              <a:cs typeface="WPIWRE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11527" y="5802534"/>
            <a:ext cx="2299390" cy="664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5"/>
              </a:lnSpc>
              <a:spcBef>
                <a:spcPct val="0"/>
              </a:spcBef>
              <a:spcAft>
                <a:spcPct val="0"/>
              </a:spcAft>
            </a:pPr>
            <a:r>
              <a:rPr sz="2000" b="1">
                <a:solidFill>
                  <a:srgbClr val="000000"/>
                </a:solidFill>
                <a:latin typeface="DFSQQC+Helvetica-Bold" panose="020B0704020202020204"/>
                <a:cs typeface="DFSQQC+Helvetica-Bold" panose="020B0704020202020204"/>
              </a:rPr>
              <a:t>Compound flow</a:t>
            </a:r>
            <a:endParaRPr sz="2000" b="1">
              <a:solidFill>
                <a:srgbClr val="000000"/>
              </a:solidFill>
              <a:latin typeface="DFSQQC+Helvetica-Bold" panose="020B0704020202020204"/>
              <a:cs typeface="DFSQQC+Helvetica-Bold" panose="020B07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69296" y="6196124"/>
            <a:ext cx="5501574" cy="664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5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WPIWRE+Helvetica" panose="020B0604020202020204"/>
                <a:cs typeface="WPIWRE+Helvetica" panose="020B0604020202020204"/>
              </a:rPr>
              <a:t>Bundles a collection of time-discrete flows.</a:t>
            </a:r>
            <a:endParaRPr sz="2000">
              <a:solidFill>
                <a:srgbClr val="000000"/>
              </a:solidFill>
              <a:latin typeface="WPIWRE+Helvetica" panose="020B0604020202020204"/>
              <a:cs typeface="WPIWRE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SRGKIP+CMR7" panose="02000500000000000000"/>
                <a:cs typeface="SRGKIP+CMR7" panose="02000500000000000000"/>
              </a:rPr>
              <a:t>256</a:t>
            </a:r>
            <a:endParaRPr sz="1450">
              <a:solidFill>
                <a:srgbClr val="000000"/>
              </a:solidFill>
              <a:latin typeface="SRGKIP+CMR7" panose="02000500000000000000"/>
              <a:cs typeface="SRGKIP+CMR7" panose="02000500000000000000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823513"/>
            <a:ext cx="2248706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47">
                <a:solidFill>
                  <a:srgbClr val="000000"/>
                </a:solidFill>
                <a:latin typeface="JPTEDK+CMBX12~c" panose="02000500000000000000"/>
                <a:cs typeface="JPTEDK+CMBX12~c" panose="02000500000000000000"/>
              </a:rPr>
              <a:t>Event</a:t>
            </a:r>
            <a:r>
              <a:rPr sz="2500" spc="3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38">
                <a:solidFill>
                  <a:srgbClr val="000000"/>
                </a:solidFill>
                <a:latin typeface="JPTEDK+CMBX12~c" panose="02000500000000000000"/>
                <a:cs typeface="JPTEDK+CMBX12~c" panose="02000500000000000000"/>
              </a:rPr>
              <a:t>ﬂows</a:t>
            </a:r>
            <a:endParaRPr sz="2500" spc="-38">
              <a:solidFill>
                <a:srgbClr val="000000"/>
              </a:solidFill>
              <a:latin typeface="JPTEDK+CMBX12~c" panose="02000500000000000000"/>
              <a:cs typeface="JPTEDK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96270" y="2837888"/>
            <a:ext cx="863637" cy="598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HWNNHW+Helvetica" panose="020B0604020202020204"/>
                <a:cs typeface="HWNNHW+Helvetica" panose="020B0604020202020204"/>
              </a:rPr>
              <a:t>enter</a:t>
            </a:r>
            <a:endParaRPr sz="1800">
              <a:solidFill>
                <a:srgbClr val="000000"/>
              </a:solidFill>
              <a:latin typeface="HWNNHW+Helvetica" panose="020B0604020202020204"/>
              <a:cs typeface="HWNNHW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31458" y="2837888"/>
            <a:ext cx="596913" cy="598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HWNNHW+Helvetica" panose="020B0604020202020204"/>
                <a:cs typeface="HWNNHW+Helvetica" panose="020B0604020202020204"/>
              </a:rPr>
              <a:t>off</a:t>
            </a:r>
            <a:endParaRPr sz="1800">
              <a:solidFill>
                <a:srgbClr val="000000"/>
              </a:solidFill>
              <a:latin typeface="HWNNHW+Helvetica" panose="020B0604020202020204"/>
              <a:cs typeface="HWNNHW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5467" y="2929264"/>
            <a:ext cx="1282525" cy="895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80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HWNNHW+Helvetica" panose="020B0604020202020204"/>
                <a:cs typeface="HWNNHW+Helvetica" panose="020B0604020202020204"/>
              </a:rPr>
              <a:t>Elevator</a:t>
            </a:r>
            <a:endParaRPr sz="1800">
              <a:solidFill>
                <a:srgbClr val="000000"/>
              </a:solidFill>
              <a:latin typeface="HWNNHW+Helvetica" panose="020B0604020202020204"/>
              <a:cs typeface="HWNNHW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HWNNHW+Helvetica" panose="020B0604020202020204"/>
                <a:cs typeface="HWNNHW+Helvetica" panose="020B0604020202020204"/>
              </a:rPr>
              <a:t>controller</a:t>
            </a:r>
            <a:endParaRPr sz="1800">
              <a:solidFill>
                <a:srgbClr val="000000"/>
              </a:solidFill>
              <a:latin typeface="HWNNHW+Helvetica" panose="020B0604020202020204"/>
              <a:cs typeface="HWNNHW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51035" y="3066348"/>
            <a:ext cx="1435132" cy="598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HWNNHW+Helvetica" panose="020B0604020202020204"/>
                <a:cs typeface="HWNNHW+Helvetica" panose="020B0604020202020204"/>
              </a:rPr>
              <a:t>Passenger</a:t>
            </a:r>
            <a:endParaRPr sz="1800">
              <a:solidFill>
                <a:srgbClr val="000000"/>
              </a:solidFill>
              <a:latin typeface="HWNNHW+Helvetica" panose="020B0604020202020204"/>
              <a:cs typeface="HWNNHW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12055" y="3066348"/>
            <a:ext cx="1625271" cy="598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HWNNHW+Helvetica" panose="020B0604020202020204"/>
                <a:cs typeface="HWNNHW+Helvetica" panose="020B0604020202020204"/>
              </a:rPr>
              <a:t>Entry sensor</a:t>
            </a:r>
            <a:endParaRPr sz="1800">
              <a:solidFill>
                <a:srgbClr val="000000"/>
              </a:solidFill>
              <a:latin typeface="HWNNHW+Helvetica" panose="020B0604020202020204"/>
              <a:cs typeface="HWNNHW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580" y="4176749"/>
            <a:ext cx="8619820" cy="141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SJCQV+CMSY10~25" panose="02000500000000000000"/>
                <a:cs typeface="RSJCQ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MGFTI+CMR10" panose="02000500000000000000"/>
                <a:cs typeface="QMGFTI+CMR10" panose="02000500000000000000"/>
              </a:rPr>
              <a:t>In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MGFTI+CMR10" panose="02000500000000000000"/>
                <a:cs typeface="QMGFTI+CMR10" panose="02000500000000000000"/>
              </a:rPr>
              <a:t>our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MGFTI+CMR10" panose="02000500000000000000"/>
                <a:cs typeface="QMGFTI+CMR10" panose="02000500000000000000"/>
              </a:rPr>
              <a:t>approach,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QMGFTI+CMR10" panose="02000500000000000000"/>
                <a:cs typeface="QMGFTI+CMR10" panose="02000500000000000000"/>
              </a:rPr>
              <a:t>event</a:t>
            </a:r>
            <a:r>
              <a:rPr sz="20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QMGFTI+CMR10" panose="02000500000000000000"/>
                <a:cs typeface="QMGFTI+CMR10" panose="02000500000000000000"/>
              </a:rPr>
              <a:t>ﬂows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MGFTI+CMR10" panose="02000500000000000000"/>
                <a:cs typeface="QMGFTI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MGFTI+CMR10" panose="02000500000000000000"/>
                <a:cs typeface="QMGFTI+CMR10" panose="02000500000000000000"/>
              </a:rPr>
              <a:t>carry</a:t>
            </a:r>
            <a:r>
              <a:rPr sz="20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QMGFTI+CMR10" panose="02000500000000000000"/>
                <a:cs typeface="QMGFTI+CMR10" panose="02000500000000000000"/>
              </a:rPr>
              <a:t>events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MGFTI+CMR10" panose="02000500000000000000"/>
                <a:cs typeface="QMGFTI+CMR10" panose="02000500000000000000"/>
              </a:rPr>
              <a:t>with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MGFTI+CMR10" panose="02000500000000000000"/>
                <a:cs typeface="QMGFTI+CMR10" panose="02000500000000000000"/>
              </a:rPr>
              <a:t>parameters.</a:t>
            </a:r>
            <a:endParaRPr sz="2050">
              <a:solidFill>
                <a:srgbClr val="000000"/>
              </a:solidFill>
              <a:latin typeface="QMGFTI+CMR10" panose="02000500000000000000"/>
              <a:cs typeface="QMGFTI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SJCQV+CMSY10~25" panose="02000500000000000000"/>
                <a:cs typeface="RSJCQ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MGFTI+CMR10" panose="02000500000000000000"/>
                <a:cs typeface="QMGFTI+CMR10" panose="02000500000000000000"/>
              </a:rPr>
              <a:t>Not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QMGFTI+CMR10" panose="02000500000000000000"/>
                <a:cs typeface="QMGFTI+CMR10" panose="02000500000000000000"/>
              </a:rPr>
              <a:t>allowed</a:t>
            </a:r>
            <a:r>
              <a:rPr sz="20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MGFTI+CMR10" panose="02000500000000000000"/>
                <a:cs typeface="QMGFTI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QMGFTI+CMR10" panose="02000500000000000000"/>
                <a:cs typeface="QMGFTI+CMR10" panose="02000500000000000000"/>
              </a:rPr>
              <a:t>Yourdon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MGFTI+CMR10" panose="02000500000000000000"/>
                <a:cs typeface="QMGFTI+CMR10" panose="02000500000000000000"/>
              </a:rPr>
              <a:t>approaches.</a:t>
            </a:r>
            <a:endParaRPr sz="2050">
              <a:solidFill>
                <a:srgbClr val="000000"/>
              </a:solidFill>
              <a:latin typeface="QMGFTI+CMR10" panose="02000500000000000000"/>
              <a:cs typeface="QMGFTI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4573" y="5213073"/>
            <a:ext cx="8347499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SJCQV+CMSY10~25" panose="02000500000000000000"/>
                <a:cs typeface="RSJCQ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MGFTI+CMR10" panose="02000500000000000000"/>
                <a:cs typeface="QMGFTI+CMR10" panose="02000500000000000000"/>
              </a:rPr>
              <a:t>In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MGFTI+CMR10" panose="02000500000000000000"/>
                <a:cs typeface="QMGFTI+CMR10" panose="02000500000000000000"/>
              </a:rPr>
              <a:t>our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MGFTI+CMR10" panose="02000500000000000000"/>
                <a:cs typeface="QMGFTI+CMR10" panose="02000500000000000000"/>
              </a:rPr>
              <a:t>approach,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MGFTI+CMR10" panose="02000500000000000000"/>
                <a:cs typeface="QMGFTI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MGFTI+CMR10" panose="02000500000000000000"/>
                <a:cs typeface="QMGFTI+CMR10" panose="02000500000000000000"/>
              </a:rPr>
              <a:t>diﬀerence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MGFTI+CMR10" panose="02000500000000000000"/>
                <a:cs typeface="QMGFTI+CMR10" panose="02000500000000000000"/>
              </a:rPr>
              <a:t>between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QMGFTI+CMR10" panose="02000500000000000000"/>
                <a:cs typeface="QMGFTI+CMR10" panose="02000500000000000000"/>
              </a:rPr>
              <a:t>event</a:t>
            </a:r>
            <a:r>
              <a:rPr sz="20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QMGFTI+CMR10" panose="02000500000000000000"/>
                <a:cs typeface="QMGFTI+CMR10" panose="02000500000000000000"/>
              </a:rPr>
              <a:t>ﬂows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MGFTI+CMR10" panose="02000500000000000000"/>
                <a:cs typeface="QMGFTI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MGFTI+CMR10" panose="02000500000000000000"/>
                <a:cs typeface="QMGFTI+CMR10" panose="02000500000000000000"/>
              </a:rPr>
              <a:t>data</a:t>
            </a:r>
            <a:endParaRPr sz="2050">
              <a:solidFill>
                <a:srgbClr val="000000"/>
              </a:solidFill>
              <a:latin typeface="QMGFTI+CMR10" panose="02000500000000000000"/>
              <a:cs typeface="QMGFTI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16706" y="5584929"/>
            <a:ext cx="363796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1">
                <a:solidFill>
                  <a:srgbClr val="000000"/>
                </a:solidFill>
                <a:latin typeface="QMGFTI+CMR10" panose="02000500000000000000"/>
                <a:cs typeface="QMGFTI+CMR10" panose="02000500000000000000"/>
              </a:rPr>
              <a:t>ﬂows</a:t>
            </a:r>
            <a:r>
              <a:rPr sz="2050" spc="2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MGFTI+CMR10" panose="02000500000000000000"/>
                <a:cs typeface="QMGFTI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MGFTI+CMR10" panose="02000500000000000000"/>
                <a:cs typeface="QMGFTI+CMR10" panose="02000500000000000000"/>
              </a:rPr>
              <a:t>only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MGFTI+CMR10" panose="02000500000000000000"/>
                <a:cs typeface="QMGFTI+CMR10" panose="02000500000000000000"/>
              </a:rPr>
              <a:t>in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MGFTI+CMR10" panose="02000500000000000000"/>
                <a:cs typeface="QMGFTI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MGFTI+CMR10" panose="02000500000000000000"/>
                <a:cs typeface="QMGFTI+CMR10" panose="02000500000000000000"/>
              </a:rPr>
              <a:t>naming.</a:t>
            </a:r>
            <a:endParaRPr sz="2050">
              <a:solidFill>
                <a:srgbClr val="000000"/>
              </a:solidFill>
              <a:latin typeface="QMGFTI+CMR10" panose="02000500000000000000"/>
              <a:cs typeface="QMGFTI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UNOPTE+CMR7" panose="02000500000000000000"/>
                <a:cs typeface="UNOPTE+CMR7" panose="02000500000000000000"/>
              </a:rPr>
              <a:t>257</a:t>
            </a:r>
            <a:endParaRPr sz="1450">
              <a:solidFill>
                <a:srgbClr val="000000"/>
              </a:solidFill>
              <a:latin typeface="UNOPTE+CMR7" panose="02000500000000000000"/>
              <a:cs typeface="UNOPTE+CMR7" panose="02000500000000000000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328213"/>
            <a:ext cx="6904512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8">
                <a:solidFill>
                  <a:srgbClr val="000000"/>
                </a:solidFill>
                <a:latin typeface="MSPLFP+CMBX12~c" panose="02000500000000000000"/>
                <a:cs typeface="MSPLFP+CMBX12~c" panose="02000500000000000000"/>
              </a:rPr>
              <a:t>Communication</a:t>
            </a:r>
            <a:r>
              <a:rPr sz="2500" spc="3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0">
                <a:solidFill>
                  <a:srgbClr val="000000"/>
                </a:solidFill>
                <a:latin typeface="MSPLFP+CMBX12~c" panose="02000500000000000000"/>
                <a:cs typeface="MSPLFP+CMBX12~c" panose="02000500000000000000"/>
              </a:rPr>
              <a:t>semantics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MSPLFP+CMBX12~c" panose="02000500000000000000"/>
                <a:cs typeface="MSPLFP+CMBX12~c" panose="02000500000000000000"/>
              </a:rPr>
              <a:t>of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51">
                <a:solidFill>
                  <a:srgbClr val="000000"/>
                </a:solidFill>
                <a:latin typeface="MSPLFP+CMBX12~c" panose="02000500000000000000"/>
                <a:cs typeface="MSPLFP+CMBX12~c" panose="02000500000000000000"/>
              </a:rPr>
              <a:t>ﬂow</a:t>
            </a:r>
            <a:r>
              <a:rPr sz="2500" spc="3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MSPLFP+CMBX12~c" panose="02000500000000000000"/>
                <a:cs typeface="MSPLFP+CMBX12~c" panose="02000500000000000000"/>
              </a:rPr>
              <a:t>lines</a:t>
            </a:r>
            <a:endParaRPr sz="2500">
              <a:solidFill>
                <a:srgbClr val="000000"/>
              </a:solidFill>
              <a:latin typeface="MSPLFP+CMBX12~c" panose="02000500000000000000"/>
              <a:cs typeface="MSPLFP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4185" y="2221457"/>
            <a:ext cx="8037639" cy="1082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SJWKW+CMR10" panose="02000500000000000000"/>
                <a:cs typeface="FSJWKW+CMR10" panose="02000500000000000000"/>
              </a:rPr>
              <a:t>A</a:t>
            </a:r>
            <a:r>
              <a:rPr sz="2050" spc="1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7">
                <a:solidFill>
                  <a:srgbClr val="000000"/>
                </a:solidFill>
                <a:latin typeface="MEFBGC+CMBX10" panose="02000500000000000000"/>
                <a:cs typeface="MEFBGC+CMBX10" panose="02000500000000000000"/>
              </a:rPr>
              <a:t>ﬂow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SJWKW+CMR10" panose="02000500000000000000"/>
                <a:cs typeface="FSJWKW+CMR10" panose="02000500000000000000"/>
              </a:rPr>
              <a:t>is</a:t>
            </a:r>
            <a:r>
              <a:rPr sz="2050" spc="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SJWKW+CMR10" panose="02000500000000000000"/>
                <a:cs typeface="FSJWKW+CMR10" panose="02000500000000000000"/>
              </a:rPr>
              <a:t>an</a:t>
            </a:r>
            <a:r>
              <a:rPr sz="2050" spc="1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SJWKW+CMR10" panose="02000500000000000000"/>
                <a:cs typeface="FSJWKW+CMR10" panose="02000500000000000000"/>
              </a:rPr>
              <a:t>instantaneous</a:t>
            </a:r>
            <a:r>
              <a:rPr sz="2050" spc="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SJWKW+CMR10" panose="02000500000000000000"/>
                <a:cs typeface="FSJWKW+CMR10" panose="02000500000000000000"/>
              </a:rPr>
              <a:t>and</a:t>
            </a:r>
            <a:r>
              <a:rPr sz="2050" spc="1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SJWKW+CMR10" panose="02000500000000000000"/>
                <a:cs typeface="FSJWKW+CMR10" panose="02000500000000000000"/>
              </a:rPr>
              <a:t>reliable</a:t>
            </a:r>
            <a:r>
              <a:rPr sz="2050" spc="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SJWKW+CMR10" panose="02000500000000000000"/>
                <a:cs typeface="FSJWKW+CMR10" panose="02000500000000000000"/>
              </a:rPr>
              <a:t>communication</a:t>
            </a:r>
            <a:r>
              <a:rPr sz="2050" spc="1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SJWKW+CMR10" panose="02000500000000000000"/>
                <a:cs typeface="FSJWKW+CMR10" panose="02000500000000000000"/>
              </a:rPr>
              <a:t>chan-</a:t>
            </a:r>
            <a:endParaRPr sz="2050">
              <a:solidFill>
                <a:srgbClr val="000000"/>
              </a:solidFill>
              <a:latin typeface="FSJWKW+CMR10" panose="02000500000000000000"/>
              <a:cs typeface="FSJWKW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3">
                <a:solidFill>
                  <a:srgbClr val="000000"/>
                </a:solidFill>
                <a:latin typeface="FSJWKW+CMR10" panose="02000500000000000000"/>
                <a:cs typeface="FSJWKW+CMR10" panose="02000500000000000000"/>
              </a:rPr>
              <a:t>nel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SJWKW+CMR10" panose="02000500000000000000"/>
                <a:cs typeface="FSJWKW+CMR10" panose="02000500000000000000"/>
              </a:rPr>
              <a:t>between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FSJWKW+CMR10" panose="02000500000000000000"/>
                <a:cs typeface="FSJWKW+CMR10" panose="02000500000000000000"/>
              </a:rPr>
              <a:t>two</a:t>
            </a:r>
            <a:r>
              <a:rPr sz="2050" spc="2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SJWKW+CMR10" panose="02000500000000000000"/>
                <a:cs typeface="FSJWKW+CMR10" panose="02000500000000000000"/>
              </a:rPr>
              <a:t>elements.</a:t>
            </a:r>
            <a:endParaRPr sz="2050">
              <a:solidFill>
                <a:srgbClr val="000000"/>
              </a:solidFill>
              <a:latin typeface="FSJWKW+CMR10" panose="02000500000000000000"/>
              <a:cs typeface="FSJWKW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80" y="3417798"/>
            <a:ext cx="4987974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ATDAM+CMSY10~25" panose="02000500000000000000"/>
                <a:cs typeface="UATDAM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SJWKW+CMR10" panose="02000500000000000000"/>
                <a:cs typeface="FSJWKW+CMR10" panose="02000500000000000000"/>
              </a:rPr>
              <a:t>Introducing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SJWKW+CMR10" panose="02000500000000000000"/>
                <a:cs typeface="FSJWKW+CMR10" panose="02000500000000000000"/>
              </a:rPr>
              <a:t>delay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SJWKW+CMR10" panose="02000500000000000000"/>
                <a:cs typeface="FSJWKW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SJWKW+CMR10" panose="02000500000000000000"/>
                <a:cs typeface="FSJWKW+CMR10" panose="02000500000000000000"/>
              </a:rPr>
              <a:t>unreliability:</a:t>
            </a:r>
            <a:endParaRPr sz="2050">
              <a:solidFill>
                <a:srgbClr val="000000"/>
              </a:solidFill>
              <a:latin typeface="FSJWKW+CMR10" panose="02000500000000000000"/>
              <a:cs typeface="FSJWKW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65657" y="4269075"/>
            <a:ext cx="914070" cy="1191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85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PGATA+Helvetica" panose="020B0604020202020204"/>
                <a:cs typeface="SPGATA+Helvetica" panose="020B0604020202020204"/>
              </a:rPr>
              <a:t>Mis-</a:t>
            </a:r>
            <a:endParaRPr sz="1800">
              <a:solidFill>
                <a:srgbClr val="000000"/>
              </a:solidFill>
              <a:latin typeface="SPGATA+Helvetica" panose="020B0604020202020204"/>
              <a:cs typeface="SPGATA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PGATA+Helvetica" panose="020B0604020202020204"/>
                <a:cs typeface="SPGATA+Helvetica" panose="020B0604020202020204"/>
              </a:rPr>
              <a:t>direc-</a:t>
            </a:r>
            <a:endParaRPr sz="1800">
              <a:solidFill>
                <a:srgbClr val="000000"/>
              </a:solidFill>
              <a:latin typeface="SPGATA+Helvetica" panose="020B0604020202020204"/>
              <a:cs typeface="SPGATA+Helvetica" panose="020B0604020202020204"/>
            </a:endParaRPr>
          </a:p>
          <a:p>
            <a:pPr marL="10160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PGATA+Helvetica" panose="020B0604020202020204"/>
                <a:cs typeface="SPGATA+Helvetica" panose="020B0604020202020204"/>
              </a:rPr>
              <a:t>tion</a:t>
            </a:r>
            <a:endParaRPr sz="1800">
              <a:solidFill>
                <a:srgbClr val="000000"/>
              </a:solidFill>
              <a:latin typeface="SPGATA+Helvetica" panose="020B0604020202020204"/>
              <a:cs typeface="SPGATA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09043" y="4428968"/>
            <a:ext cx="1078918" cy="8950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PGATA+Helvetica" panose="020B0604020202020204"/>
                <a:cs typeface="SPGATA+Helvetica" panose="020B0604020202020204"/>
              </a:rPr>
              <a:t>Distort-</a:t>
            </a:r>
            <a:endParaRPr sz="1800">
              <a:solidFill>
                <a:srgbClr val="000000"/>
              </a:solidFill>
              <a:latin typeface="SPGATA+Helvetica" panose="020B0604020202020204"/>
              <a:cs typeface="SPGATA+Helvetica" panose="020B0604020202020204"/>
            </a:endParaRPr>
          </a:p>
          <a:p>
            <a:pPr marL="21590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PGATA+Helvetica" panose="020B0604020202020204"/>
                <a:cs typeface="SPGATA+Helvetica" panose="020B0604020202020204"/>
              </a:rPr>
              <a:t>ion</a:t>
            </a:r>
            <a:endParaRPr sz="1800">
              <a:solidFill>
                <a:srgbClr val="000000"/>
              </a:solidFill>
              <a:latin typeface="SPGATA+Helvetica" panose="020B0604020202020204"/>
              <a:cs typeface="SPGATA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17269" y="4428968"/>
            <a:ext cx="1232056" cy="8950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PGATA+Helvetica" panose="020B0604020202020204"/>
                <a:cs typeface="SPGATA+Helvetica" panose="020B0604020202020204"/>
              </a:rPr>
              <a:t>Intended</a:t>
            </a:r>
            <a:endParaRPr sz="1800">
              <a:solidFill>
                <a:srgbClr val="000000"/>
              </a:solidFill>
              <a:latin typeface="SPGATA+Helvetica" panose="020B0604020202020204"/>
              <a:cs typeface="SPGATA+Helvetica" panose="020B0604020202020204"/>
            </a:endParaRPr>
          </a:p>
          <a:p>
            <a:pPr marL="3810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PGATA+Helvetica" panose="020B0604020202020204"/>
                <a:cs typeface="SPGATA+Helvetica" panose="020B0604020202020204"/>
              </a:rPr>
              <a:t>receiver</a:t>
            </a:r>
            <a:endParaRPr sz="1800">
              <a:solidFill>
                <a:srgbClr val="000000"/>
              </a:solidFill>
              <a:latin typeface="SPGATA+Helvetica" panose="020B0604020202020204"/>
              <a:cs typeface="SPGATA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67722" y="4566026"/>
            <a:ext cx="1079476" cy="598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PGATA+Helvetica" panose="020B0604020202020204"/>
                <a:cs typeface="SPGATA+Helvetica" panose="020B0604020202020204"/>
              </a:rPr>
              <a:t>Sender</a:t>
            </a:r>
            <a:endParaRPr sz="1800">
              <a:solidFill>
                <a:srgbClr val="000000"/>
              </a:solidFill>
              <a:latin typeface="SPGATA+Helvetica" panose="020B0604020202020204"/>
              <a:cs typeface="SPGATA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14557" y="4566026"/>
            <a:ext cx="926896" cy="598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SPGATA+Helvetica" panose="020B0604020202020204"/>
                <a:cs typeface="SPGATA+Helvetica" panose="020B0604020202020204"/>
              </a:rPr>
              <a:t>Delay</a:t>
            </a:r>
            <a:endParaRPr sz="1800">
              <a:solidFill>
                <a:srgbClr val="000000"/>
              </a:solidFill>
              <a:latin typeface="SPGATA+Helvetica" panose="020B0604020202020204"/>
              <a:cs typeface="SPGATA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580" y="5562065"/>
            <a:ext cx="6501188" cy="1414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ATDAM+CMSY10~25" panose="02000500000000000000"/>
                <a:cs typeface="UATDAM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SJWKW+CMR10" panose="02000500000000000000"/>
                <a:cs typeface="FSJWKW+CMR10" panose="02000500000000000000"/>
              </a:rPr>
              <a:t>A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FSJWKW+CMR10" panose="02000500000000000000"/>
                <a:cs typeface="FSJWKW+CMR10" panose="02000500000000000000"/>
              </a:rPr>
              <a:t>ﬂow</a:t>
            </a:r>
            <a:r>
              <a:rPr sz="2050" spc="2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SJWKW+CMR10" panose="02000500000000000000"/>
                <a:cs typeface="FSJWKW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SJWKW+CMR10" panose="02000500000000000000"/>
                <a:cs typeface="FSJWKW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SJWKW+CMR10" panose="02000500000000000000"/>
                <a:cs typeface="FSJWKW+CMR10" panose="02000500000000000000"/>
              </a:rPr>
              <a:t>abstraction!</a:t>
            </a:r>
            <a:endParaRPr sz="2050">
              <a:solidFill>
                <a:srgbClr val="000000"/>
              </a:solidFill>
              <a:latin typeface="FSJWKW+CMR10" panose="02000500000000000000"/>
              <a:cs typeface="FSJWKW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ATDAM+CMSY10~25" panose="02000500000000000000"/>
                <a:cs typeface="UATDAM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51">
                <a:solidFill>
                  <a:srgbClr val="000000"/>
                </a:solidFill>
                <a:latin typeface="FSJWKW+CMR10" panose="02000500000000000000"/>
                <a:cs typeface="FSJWKW+CMR10" panose="02000500000000000000"/>
              </a:rPr>
              <a:t>We</a:t>
            </a:r>
            <a:r>
              <a:rPr sz="2050" spc="3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FSJWKW+CMR10" panose="02000500000000000000"/>
                <a:cs typeface="FSJWKW+CMR10" panose="02000500000000000000"/>
              </a:rPr>
              <a:t>always</a:t>
            </a:r>
            <a:r>
              <a:rPr sz="2050" spc="2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FSJWKW+CMR10" panose="02000500000000000000"/>
                <a:cs typeface="FSJWKW+CMR10" panose="02000500000000000000"/>
              </a:rPr>
              <a:t>must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SJWKW+CMR10" panose="02000500000000000000"/>
                <a:cs typeface="FSJWKW+CMR10" panose="02000500000000000000"/>
              </a:rPr>
              <a:t>choose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WVTMS+CMTI10" panose="02000500000000000000"/>
                <a:cs typeface="DWVTMS+CMTI10" panose="02000500000000000000"/>
              </a:rPr>
              <a:t>some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SJWKW+CMR10" panose="02000500000000000000"/>
                <a:cs typeface="FSJWKW+CMR10" panose="02000500000000000000"/>
              </a:rPr>
              <a:t>abstraction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SJWKW+CMR10" panose="02000500000000000000"/>
                <a:cs typeface="FSJWKW+CMR10" panose="02000500000000000000"/>
              </a:rPr>
              <a:t>level.</a:t>
            </a:r>
            <a:endParaRPr sz="2050">
              <a:solidFill>
                <a:srgbClr val="000000"/>
              </a:solidFill>
              <a:latin typeface="FSJWKW+CMR10" panose="02000500000000000000"/>
              <a:cs typeface="FSJWKW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GVQKLC+CMR7" panose="02000500000000000000"/>
                <a:cs typeface="GVQKLC+CMR7" panose="02000500000000000000"/>
              </a:rPr>
              <a:t>258</a:t>
            </a:r>
            <a:endParaRPr sz="1450">
              <a:solidFill>
                <a:srgbClr val="000000"/>
              </a:solidFill>
              <a:latin typeface="GVQKLC+CMR7" panose="02000500000000000000"/>
              <a:cs typeface="GVQKLC+CMR7" panose="02000500000000000000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008173"/>
            <a:ext cx="1433220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GIBTIG+CMBX12~c" panose="02000500000000000000"/>
                <a:cs typeface="GIBTIG+CMBX12~c" panose="02000500000000000000"/>
              </a:rPr>
              <a:t>Stores</a:t>
            </a:r>
            <a:endParaRPr sz="2500" spc="-13">
              <a:solidFill>
                <a:srgbClr val="000000"/>
              </a:solidFill>
              <a:latin typeface="GIBTIG+CMBX12~c" panose="02000500000000000000"/>
              <a:cs typeface="GIBTIG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1846554"/>
            <a:ext cx="5338486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LCGBNQ+CMR10" panose="02000500000000000000"/>
                <a:cs typeface="LCGBNQ+CMR10" panose="02000500000000000000"/>
              </a:rPr>
              <a:t>Remembers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CGBNQ+CMR10" panose="02000500000000000000"/>
                <a:cs typeface="LCGBNQ+CMR10" panose="02000500000000000000"/>
              </a:rPr>
              <a:t>data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CGBNQ+CMR10" panose="02000500000000000000"/>
                <a:cs typeface="LCGBNQ+CMR10" panose="02000500000000000000"/>
              </a:rPr>
              <a:t>until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LCGBNQ+CMR10" panose="02000500000000000000"/>
                <a:cs typeface="LCGBNQ+CMR10" panose="02000500000000000000"/>
              </a:rPr>
              <a:t>deleted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CGBNQ+CMR10" panose="02000500000000000000"/>
                <a:cs typeface="LCGBNQ+CMR10" panose="02000500000000000000"/>
              </a:rPr>
              <a:t>explicitly.</a:t>
            </a:r>
            <a:endParaRPr sz="2050">
              <a:solidFill>
                <a:srgbClr val="000000"/>
              </a:solidFill>
              <a:latin typeface="LCGBNQ+CMR10" panose="02000500000000000000"/>
              <a:cs typeface="LCGBNQ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15332" y="3068035"/>
            <a:ext cx="784591" cy="534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WCIEPS+Helvetica" panose="020B0604020202020204"/>
                <a:cs typeface="WCIEPS+Helvetica" panose="020B0604020202020204"/>
              </a:rPr>
              <a:t>Write</a:t>
            </a:r>
            <a:endParaRPr sz="1600">
              <a:solidFill>
                <a:srgbClr val="000000"/>
              </a:solidFill>
              <a:latin typeface="WCIEPS+Helvetica" panose="020B0604020202020204"/>
              <a:cs typeface="WCIEPS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95237" y="3365072"/>
            <a:ext cx="1024844" cy="534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WCIEPS+Helvetica" panose="020B0604020202020204"/>
                <a:cs typeface="WCIEPS+Helvetica" panose="020B0604020202020204"/>
              </a:rPr>
              <a:t>process</a:t>
            </a:r>
            <a:endParaRPr sz="1600">
              <a:solidFill>
                <a:srgbClr val="000000"/>
              </a:solidFill>
              <a:latin typeface="WCIEPS+Helvetica" panose="020B0604020202020204"/>
              <a:cs typeface="WCIEPS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40323" y="3502160"/>
            <a:ext cx="933470" cy="831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WCIEPS+Helvetica" panose="020B0604020202020204"/>
                <a:cs typeface="WCIEPS+Helvetica" panose="020B0604020202020204"/>
              </a:rPr>
              <a:t>create,</a:t>
            </a:r>
            <a:endParaRPr sz="1600">
              <a:solidFill>
                <a:srgbClr val="000000"/>
              </a:solidFill>
              <a:latin typeface="WCIEPS+Helvetica" panose="020B0604020202020204"/>
              <a:cs typeface="WCIEPS+Helvetica" panose="020B0604020202020204"/>
            </a:endParaRPr>
          </a:p>
          <a:p>
            <a:pPr marL="80010" marR="0">
              <a:lnSpc>
                <a:spcPts val="1810"/>
              </a:lnSpc>
              <a:spcBef>
                <a:spcPts val="53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WCIEPS+Helvetica" panose="020B0604020202020204"/>
                <a:cs typeface="WCIEPS+Helvetica" panose="020B0604020202020204"/>
              </a:rPr>
              <a:t>read,</a:t>
            </a:r>
            <a:endParaRPr sz="1600">
              <a:solidFill>
                <a:srgbClr val="000000"/>
              </a:solidFill>
              <a:latin typeface="WCIEPS+Helvetica" panose="020B0604020202020204"/>
              <a:cs typeface="WCIEPS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20996" y="3959144"/>
            <a:ext cx="533535" cy="534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WCIEPS+Helvetica" panose="020B0604020202020204"/>
                <a:cs typeface="WCIEPS+Helvetica" panose="020B0604020202020204"/>
              </a:rPr>
              <a:t>d1</a:t>
            </a:r>
            <a:endParaRPr sz="1600" spc="10">
              <a:solidFill>
                <a:srgbClr val="000000"/>
              </a:solidFill>
              <a:latin typeface="WCIEPS+Helvetica" panose="020B0604020202020204"/>
              <a:cs typeface="WCIEPS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11636" y="4096232"/>
            <a:ext cx="990905" cy="831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WCIEPS+Helvetica" panose="020B0604020202020204"/>
                <a:cs typeface="WCIEPS+Helvetica" panose="020B0604020202020204"/>
              </a:rPr>
              <a:t>update,</a:t>
            </a:r>
            <a:endParaRPr sz="1600" spc="10">
              <a:solidFill>
                <a:srgbClr val="000000"/>
              </a:solidFill>
              <a:latin typeface="WCIEPS+Helvetica" panose="020B0604020202020204"/>
              <a:cs typeface="WCIEPS+Helvetica" panose="020B0604020202020204"/>
            </a:endParaRPr>
          </a:p>
          <a:p>
            <a:pPr marL="62865" marR="0">
              <a:lnSpc>
                <a:spcPts val="1810"/>
              </a:lnSpc>
              <a:spcBef>
                <a:spcPts val="53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WCIEPS+Helvetica" panose="020B0604020202020204"/>
                <a:cs typeface="WCIEPS+Helvetica" panose="020B0604020202020204"/>
              </a:rPr>
              <a:t>delete</a:t>
            </a:r>
            <a:endParaRPr sz="1600">
              <a:solidFill>
                <a:srgbClr val="000000"/>
              </a:solidFill>
              <a:latin typeface="WCIEPS+Helvetica" panose="020B0604020202020204"/>
              <a:cs typeface="WCIEPS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15638" y="4347574"/>
            <a:ext cx="533535" cy="534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WCIEPS+Helvetica" panose="020B0604020202020204"/>
                <a:cs typeface="WCIEPS+Helvetica" panose="020B0604020202020204"/>
              </a:rPr>
              <a:t>d2</a:t>
            </a:r>
            <a:endParaRPr sz="1600" spc="10">
              <a:solidFill>
                <a:srgbClr val="000000"/>
              </a:solidFill>
              <a:latin typeface="WCIEPS+Helvetica" panose="020B0604020202020204"/>
              <a:cs typeface="WCIEPS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24582" y="4438963"/>
            <a:ext cx="796410" cy="534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1">
                <a:solidFill>
                  <a:srgbClr val="000000"/>
                </a:solidFill>
                <a:latin typeface="WCIEPS+Helvetica" panose="020B0604020202020204"/>
                <a:cs typeface="WCIEPS+Helvetica" panose="020B0604020202020204"/>
              </a:rPr>
              <a:t>Read</a:t>
            </a:r>
            <a:endParaRPr sz="1600" spc="11">
              <a:solidFill>
                <a:srgbClr val="000000"/>
              </a:solidFill>
              <a:latin typeface="WCIEPS+Helvetica" panose="020B0604020202020204"/>
              <a:cs typeface="WCIEPS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80902" y="4576059"/>
            <a:ext cx="1253453" cy="534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WCIEPS+Helvetica" panose="020B0604020202020204"/>
                <a:cs typeface="WCIEPS+Helvetica" panose="020B0604020202020204"/>
              </a:rPr>
              <a:t>Data</a:t>
            </a:r>
            <a:r>
              <a:rPr sz="1600">
                <a:solidFill>
                  <a:srgbClr val="000000"/>
                </a:solidFill>
                <a:latin typeface="WCIEPS+Helvetica" panose="020B0604020202020204"/>
                <a:cs typeface="WCIEPS+Helvetica" panose="020B0604020202020204"/>
              </a:rPr>
              <a:t> store</a:t>
            </a:r>
            <a:endParaRPr sz="1600">
              <a:solidFill>
                <a:srgbClr val="000000"/>
              </a:solidFill>
              <a:latin typeface="WCIEPS+Helvetica" panose="020B0604020202020204"/>
              <a:cs typeface="WCIEPS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39952" y="4576059"/>
            <a:ext cx="1047637" cy="534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WCIEPS+Helvetica" panose="020B0604020202020204"/>
                <a:cs typeface="WCIEPS+Helvetica" panose="020B0604020202020204"/>
              </a:rPr>
              <a:t>Process</a:t>
            </a:r>
            <a:endParaRPr sz="1600" spc="10">
              <a:solidFill>
                <a:srgbClr val="000000"/>
              </a:solidFill>
              <a:latin typeface="WCIEPS+Helvetica" panose="020B0604020202020204"/>
              <a:cs typeface="WCIEPS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10348" y="4736001"/>
            <a:ext cx="1024844" cy="534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WCIEPS+Helvetica" panose="020B0604020202020204"/>
                <a:cs typeface="WCIEPS+Helvetica" panose="020B0604020202020204"/>
              </a:rPr>
              <a:t>process</a:t>
            </a:r>
            <a:endParaRPr sz="1600">
              <a:solidFill>
                <a:srgbClr val="000000"/>
              </a:solidFill>
              <a:latin typeface="WCIEPS+Helvetica" panose="020B0604020202020204"/>
              <a:cs typeface="WCIEPS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54580" y="5507202"/>
            <a:ext cx="7696300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PDAWT+CMSY10~25" panose="02000500000000000000"/>
                <a:cs typeface="MPDAWT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LCGBNQ+CMR10" panose="02000500000000000000"/>
                <a:cs typeface="LCGBNQ+CMR10" panose="02000500000000000000"/>
              </a:rPr>
              <a:t>NB.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8">
                <a:solidFill>
                  <a:srgbClr val="000000"/>
                </a:solidFill>
                <a:latin typeface="LCGBNQ+CMR10" panose="02000500000000000000"/>
                <a:cs typeface="LCGBNQ+CMR10" panose="02000500000000000000"/>
              </a:rPr>
              <a:t>Event</a:t>
            </a:r>
            <a:r>
              <a:rPr sz="2050" spc="1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LCGBNQ+CMR10" panose="02000500000000000000"/>
                <a:cs typeface="LCGBNQ+CMR10" panose="02000500000000000000"/>
              </a:rPr>
              <a:t>ﬂow</a:t>
            </a:r>
            <a:r>
              <a:rPr sz="2050" spc="2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LCGBNQ+CMR10" panose="02000500000000000000"/>
                <a:cs typeface="LCGBNQ+CMR10" panose="02000500000000000000"/>
              </a:rPr>
              <a:t>access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CGBNQ+CMR10" panose="02000500000000000000"/>
                <a:cs typeface="LCGBNQ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LCGBNQ+CMR10" panose="02000500000000000000"/>
                <a:cs typeface="LCGBNQ+CMR10" panose="02000500000000000000"/>
              </a:rPr>
              <a:t>allowed</a:t>
            </a:r>
            <a:r>
              <a:rPr sz="20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CGBNQ+CMR10" panose="02000500000000000000"/>
                <a:cs typeface="LCGBNQ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LCGBNQ+CMR10" panose="02000500000000000000"/>
                <a:cs typeface="LCGBNQ+CMR10" panose="02000500000000000000"/>
              </a:rPr>
              <a:t>Yourdon</a:t>
            </a:r>
            <a:r>
              <a:rPr sz="2050" spc="2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LCGBNQ+CMR10" panose="02000500000000000000"/>
                <a:cs typeface="LCGBNQ+CMR10" panose="02000500000000000000"/>
              </a:rPr>
              <a:t>methods.</a:t>
            </a:r>
            <a:endParaRPr sz="2050" spc="18">
              <a:solidFill>
                <a:srgbClr val="000000"/>
              </a:solidFill>
              <a:latin typeface="LCGBNQ+CMR10" panose="02000500000000000000"/>
              <a:cs typeface="LCGBNQ+CMR10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4566" y="6025363"/>
            <a:ext cx="856132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PDAWT+CMSY10~25" panose="02000500000000000000"/>
                <a:cs typeface="MPDAWT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CGBNQ+CMR10" panose="02000500000000000000"/>
                <a:cs typeface="LCGBNQ+CMR10" panose="02000500000000000000"/>
              </a:rPr>
              <a:t>Conceptual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CGBNQ+CMR10" panose="02000500000000000000"/>
                <a:cs typeface="LCGBNQ+CMR10" panose="02000500000000000000"/>
              </a:rPr>
              <a:t>structure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CGBNQ+CMR10" panose="02000500000000000000"/>
                <a:cs typeface="LCGBNQ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LCGBNQ+CMR10" panose="02000500000000000000"/>
                <a:cs typeface="LCGBNQ+CMR10" panose="02000500000000000000"/>
              </a:rPr>
              <a:t>subject</a:t>
            </a:r>
            <a:r>
              <a:rPr sz="2050" spc="1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CGBNQ+CMR10" panose="02000500000000000000"/>
                <a:cs typeface="LCGBNQ+CMR10" panose="02000500000000000000"/>
              </a:rPr>
              <a:t>domain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CGBNQ+CMR10" panose="02000500000000000000"/>
                <a:cs typeface="LCGBNQ+CMR10" panose="02000500000000000000"/>
              </a:rPr>
              <a:t>data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CGBNQ+CMR10" panose="02000500000000000000"/>
                <a:cs typeface="LCGBNQ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CGBNQ+CMR10" panose="02000500000000000000"/>
                <a:cs typeface="LCGBNQ+CMR10" panose="02000500000000000000"/>
              </a:rPr>
              <a:t>represented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LCGBNQ+CMR10" panose="02000500000000000000"/>
                <a:cs typeface="LCGBNQ+CMR10" panose="02000500000000000000"/>
              </a:rPr>
              <a:t>by</a:t>
            </a:r>
            <a:endParaRPr sz="2050" spc="-47">
              <a:solidFill>
                <a:srgbClr val="000000"/>
              </a:solidFill>
              <a:latin typeface="LCGBNQ+CMR10" panose="02000500000000000000"/>
              <a:cs typeface="LCGBNQ+CMR10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16688" y="6397221"/>
            <a:ext cx="287966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31">
                <a:solidFill>
                  <a:srgbClr val="000000"/>
                </a:solidFill>
                <a:latin typeface="LCGBNQ+CMR10" panose="02000500000000000000"/>
                <a:cs typeface="LCGBNQ+CMR10" panose="02000500000000000000"/>
              </a:rPr>
              <a:t>subject</a:t>
            </a:r>
            <a:r>
              <a:rPr sz="2050" spc="1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CGBNQ+CMR10" panose="02000500000000000000"/>
                <a:cs typeface="LCGBNQ+CMR10" panose="02000500000000000000"/>
              </a:rPr>
              <a:t>domain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LCGBNQ+CMR10" panose="02000500000000000000"/>
                <a:cs typeface="LCGBNQ+CMR10" panose="02000500000000000000"/>
              </a:rPr>
              <a:t>ERD.</a:t>
            </a:r>
            <a:endParaRPr sz="2050" spc="14">
              <a:solidFill>
                <a:srgbClr val="000000"/>
              </a:solidFill>
              <a:latin typeface="LCGBNQ+CMR10" panose="02000500000000000000"/>
              <a:cs typeface="LCGBNQ+CMR10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ICIAFC+CMR7" panose="02000500000000000000"/>
                <a:cs typeface="ICIAFC+CMR7" panose="02000500000000000000"/>
              </a:rPr>
              <a:t>259</a:t>
            </a:r>
            <a:endParaRPr sz="1450">
              <a:solidFill>
                <a:srgbClr val="000000"/>
              </a:solidFill>
              <a:latin typeface="ICIAFC+CMR7" panose="02000500000000000000"/>
              <a:cs typeface="ICIAFC+CMR7" panose="02000500000000000000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82265"/>
            <a:ext cx="1948404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>
                <a:solidFill>
                  <a:srgbClr val="000000"/>
                </a:solidFill>
                <a:latin typeface="HIWGKB+CMBX12~c" panose="02000500000000000000"/>
                <a:cs typeface="HIWGKB+CMBX12~c" panose="02000500000000000000"/>
              </a:rPr>
              <a:t>Processes</a:t>
            </a:r>
            <a:endParaRPr sz="2500">
              <a:solidFill>
                <a:srgbClr val="000000"/>
              </a:solidFill>
              <a:latin typeface="HIWGKB+CMBX12~c" panose="02000500000000000000"/>
              <a:cs typeface="HIWGKB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7266" y="1976688"/>
            <a:ext cx="1129691" cy="1128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4625" marR="0">
              <a:lnSpc>
                <a:spcPts val="1905"/>
              </a:lnSpc>
              <a:spcBef>
                <a:spcPct val="0"/>
              </a:spcBef>
              <a:spcAft>
                <a:spcPct val="0"/>
              </a:spcAft>
            </a:pPr>
            <a:r>
              <a:rPr sz="1700">
                <a:solidFill>
                  <a:srgbClr val="000000"/>
                </a:solidFill>
                <a:latin typeface="MGJGGW+Helvetica" panose="020B0604020202020204"/>
                <a:cs typeface="MGJGGW+Helvetica" panose="020B0604020202020204"/>
              </a:rPr>
              <a:t>Data</a:t>
            </a:r>
            <a:endParaRPr sz="1700">
              <a:solidFill>
                <a:srgbClr val="000000"/>
              </a:solidFill>
              <a:latin typeface="MGJGGW+Helvetica" panose="020B0604020202020204"/>
              <a:cs typeface="MGJGGW+Helvetica" panose="020B0604020202020204"/>
            </a:endParaRPr>
          </a:p>
          <a:p>
            <a:pPr marL="0" marR="0">
              <a:lnSpc>
                <a:spcPts val="1905"/>
              </a:lnSpc>
              <a:spcBef>
                <a:spcPts val="310"/>
              </a:spcBef>
              <a:spcAft>
                <a:spcPct val="0"/>
              </a:spcAft>
            </a:pPr>
            <a:r>
              <a:rPr sz="1700">
                <a:solidFill>
                  <a:srgbClr val="000000"/>
                </a:solidFill>
                <a:latin typeface="MGJGGW+Helvetica" panose="020B0604020202020204"/>
                <a:cs typeface="MGJGGW+Helvetica" panose="020B0604020202020204"/>
              </a:rPr>
              <a:t>transfor-</a:t>
            </a:r>
            <a:endParaRPr sz="1700">
              <a:solidFill>
                <a:srgbClr val="000000"/>
              </a:solidFill>
              <a:latin typeface="MGJGGW+Helvetica" panose="020B0604020202020204"/>
              <a:cs typeface="MGJGGW+Helvetica" panose="020B0604020202020204"/>
            </a:endParaRPr>
          </a:p>
          <a:p>
            <a:pPr marL="78105" marR="0">
              <a:lnSpc>
                <a:spcPts val="1905"/>
              </a:lnSpc>
              <a:spcBef>
                <a:spcPts val="310"/>
              </a:spcBef>
              <a:spcAft>
                <a:spcPct val="0"/>
              </a:spcAft>
            </a:pPr>
            <a:r>
              <a:rPr sz="1700">
                <a:solidFill>
                  <a:srgbClr val="000000"/>
                </a:solidFill>
                <a:latin typeface="MGJGGW+Helvetica" panose="020B0604020202020204"/>
                <a:cs typeface="MGJGGW+Helvetica" panose="020B0604020202020204"/>
              </a:rPr>
              <a:t>mation</a:t>
            </a:r>
            <a:endParaRPr sz="1700">
              <a:solidFill>
                <a:srgbClr val="000000"/>
              </a:solidFill>
              <a:latin typeface="MGJGGW+Helvetica" panose="020B0604020202020204"/>
              <a:cs typeface="MGJGGW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25015" y="1976688"/>
            <a:ext cx="1562975" cy="1128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2730" marR="0">
              <a:lnSpc>
                <a:spcPts val="1905"/>
              </a:lnSpc>
              <a:spcBef>
                <a:spcPct val="0"/>
              </a:spcBef>
              <a:spcAft>
                <a:spcPct val="0"/>
              </a:spcAft>
            </a:pPr>
            <a:r>
              <a:rPr sz="1700">
                <a:solidFill>
                  <a:srgbClr val="000000"/>
                </a:solidFill>
                <a:latin typeface="MGJGGW+Helvetica" panose="020B0604020202020204"/>
                <a:cs typeface="MGJGGW+Helvetica" panose="020B0604020202020204"/>
              </a:rPr>
              <a:t>Stateful</a:t>
            </a:r>
            <a:endParaRPr sz="1700">
              <a:solidFill>
                <a:srgbClr val="000000"/>
              </a:solidFill>
              <a:latin typeface="MGJGGW+Helvetica" panose="020B0604020202020204"/>
              <a:cs typeface="MGJGGW+Helvetica" panose="020B0604020202020204"/>
            </a:endParaRPr>
          </a:p>
          <a:p>
            <a:pPr marL="0" marR="0">
              <a:lnSpc>
                <a:spcPts val="1905"/>
              </a:lnSpc>
              <a:spcBef>
                <a:spcPts val="310"/>
              </a:spcBef>
              <a:spcAft>
                <a:spcPct val="0"/>
              </a:spcAft>
            </a:pPr>
            <a:r>
              <a:rPr sz="1700">
                <a:solidFill>
                  <a:srgbClr val="000000"/>
                </a:solidFill>
                <a:latin typeface="MGJGGW+Helvetica" panose="020B0604020202020204"/>
                <a:cs typeface="MGJGGW+Helvetica" panose="020B0604020202020204"/>
              </a:rPr>
              <a:t>data process</a:t>
            </a:r>
            <a:endParaRPr sz="1700">
              <a:solidFill>
                <a:srgbClr val="000000"/>
              </a:solidFill>
              <a:latin typeface="MGJGGW+Helvetica" panose="020B0604020202020204"/>
              <a:cs typeface="MGJGGW+Helvetica" panose="020B0604020202020204"/>
            </a:endParaRPr>
          </a:p>
          <a:p>
            <a:pPr marL="475615" marR="0">
              <a:lnSpc>
                <a:spcPts val="1905"/>
              </a:lnSpc>
              <a:spcBef>
                <a:spcPts val="310"/>
              </a:spcBef>
              <a:spcAft>
                <a:spcPct val="0"/>
              </a:spcAft>
            </a:pPr>
            <a:r>
              <a:rPr sz="1700">
                <a:solidFill>
                  <a:srgbClr val="000000"/>
                </a:solidFill>
                <a:latin typeface="MGJGGW+Helvetica" panose="020B0604020202020204"/>
                <a:cs typeface="MGJGGW+Helvetica" panose="020B0604020202020204"/>
              </a:rPr>
              <a:t>(S)</a:t>
            </a:r>
            <a:endParaRPr sz="1700">
              <a:solidFill>
                <a:srgbClr val="000000"/>
              </a:solidFill>
              <a:latin typeface="MGJGGW+Helvetica" panose="020B0604020202020204"/>
              <a:cs typeface="MGJGGW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39786" y="1976688"/>
            <a:ext cx="1358391" cy="1128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05"/>
              </a:lnSpc>
              <a:spcBef>
                <a:spcPct val="0"/>
              </a:spcBef>
              <a:spcAft>
                <a:spcPct val="0"/>
              </a:spcAft>
            </a:pPr>
            <a:r>
              <a:rPr sz="1700">
                <a:solidFill>
                  <a:srgbClr val="000000"/>
                </a:solidFill>
                <a:latin typeface="MGJGGW+Helvetica" panose="020B0604020202020204"/>
                <a:cs typeface="MGJGGW+Helvetica" panose="020B0604020202020204"/>
              </a:rPr>
              <a:t>Composite</a:t>
            </a:r>
            <a:endParaRPr sz="1700">
              <a:solidFill>
                <a:srgbClr val="000000"/>
              </a:solidFill>
              <a:latin typeface="MGJGGW+Helvetica" panose="020B0604020202020204"/>
              <a:cs typeface="MGJGGW+Helvetica" panose="020B0604020202020204"/>
            </a:endParaRPr>
          </a:p>
          <a:p>
            <a:pPr marL="138430" marR="0">
              <a:lnSpc>
                <a:spcPts val="1905"/>
              </a:lnSpc>
              <a:spcBef>
                <a:spcPts val="310"/>
              </a:spcBef>
              <a:spcAft>
                <a:spcPct val="0"/>
              </a:spcAft>
            </a:pPr>
            <a:r>
              <a:rPr sz="1700">
                <a:solidFill>
                  <a:srgbClr val="000000"/>
                </a:solidFill>
                <a:latin typeface="MGJGGW+Helvetica" panose="020B0604020202020204"/>
                <a:cs typeface="MGJGGW+Helvetica" panose="020B0604020202020204"/>
              </a:rPr>
              <a:t>process</a:t>
            </a:r>
            <a:endParaRPr sz="1700">
              <a:solidFill>
                <a:srgbClr val="000000"/>
              </a:solidFill>
              <a:latin typeface="MGJGGW+Helvetica" panose="020B0604020202020204"/>
              <a:cs typeface="MGJGGW+Helvetica" panose="020B0604020202020204"/>
            </a:endParaRPr>
          </a:p>
          <a:p>
            <a:pPr marL="454025" marR="0">
              <a:lnSpc>
                <a:spcPts val="1905"/>
              </a:lnSpc>
              <a:spcBef>
                <a:spcPts val="310"/>
              </a:spcBef>
              <a:spcAft>
                <a:spcPct val="0"/>
              </a:spcAft>
            </a:pPr>
            <a:r>
              <a:rPr sz="1700">
                <a:solidFill>
                  <a:srgbClr val="000000"/>
                </a:solidFill>
                <a:latin typeface="MGJGGW+Helvetica" panose="020B0604020202020204"/>
                <a:cs typeface="MGJGGW+Helvetica" panose="020B0604020202020204"/>
              </a:rPr>
              <a:t>&gt;</a:t>
            </a:r>
            <a:endParaRPr sz="1700">
              <a:solidFill>
                <a:srgbClr val="000000"/>
              </a:solidFill>
              <a:latin typeface="MGJGGW+Helvetica" panose="020B0604020202020204"/>
              <a:cs typeface="MGJGGW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21896" y="2128187"/>
            <a:ext cx="1081710" cy="8470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845" marR="0">
              <a:lnSpc>
                <a:spcPts val="1905"/>
              </a:lnSpc>
              <a:spcBef>
                <a:spcPct val="0"/>
              </a:spcBef>
              <a:spcAft>
                <a:spcPct val="0"/>
              </a:spcAft>
            </a:pPr>
            <a:r>
              <a:rPr sz="1700">
                <a:solidFill>
                  <a:srgbClr val="000000"/>
                </a:solidFill>
                <a:latin typeface="MGJGGW+Helvetica" panose="020B0604020202020204"/>
                <a:cs typeface="MGJGGW+Helvetica" panose="020B0604020202020204"/>
              </a:rPr>
              <a:t>Control</a:t>
            </a:r>
            <a:endParaRPr sz="1700">
              <a:solidFill>
                <a:srgbClr val="000000"/>
              </a:solidFill>
              <a:latin typeface="MGJGGW+Helvetica" panose="020B0604020202020204"/>
              <a:cs typeface="MGJGGW+Helvetica" panose="020B0604020202020204"/>
            </a:endParaRPr>
          </a:p>
          <a:p>
            <a:pPr marL="0" marR="0">
              <a:lnSpc>
                <a:spcPts val="1905"/>
              </a:lnSpc>
              <a:spcBef>
                <a:spcPts val="310"/>
              </a:spcBef>
              <a:spcAft>
                <a:spcPct val="0"/>
              </a:spcAft>
            </a:pPr>
            <a:r>
              <a:rPr sz="1700">
                <a:solidFill>
                  <a:srgbClr val="000000"/>
                </a:solidFill>
                <a:latin typeface="MGJGGW+Helvetica" panose="020B0604020202020204"/>
                <a:cs typeface="MGJGGW+Helvetica" panose="020B0604020202020204"/>
              </a:rPr>
              <a:t>process</a:t>
            </a:r>
            <a:endParaRPr sz="1700">
              <a:solidFill>
                <a:srgbClr val="000000"/>
              </a:solidFill>
              <a:latin typeface="MGJGGW+Helvetica" panose="020B0604020202020204"/>
              <a:cs typeface="MGJGGW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580" y="3387317"/>
            <a:ext cx="7625533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ULQOC+CMSY10~25" panose="02000500000000000000"/>
                <a:cs typeface="KULQO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SEKWS+CMBX10" panose="02000500000000000000"/>
                <a:cs typeface="BSEKWS+CMBX10" panose="02000500000000000000"/>
              </a:rPr>
              <a:t>Data</a:t>
            </a:r>
            <a:r>
              <a:rPr sz="2050" spc="2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1">
                <a:solidFill>
                  <a:srgbClr val="000000"/>
                </a:solidFill>
                <a:latin typeface="BSEKWS+CMBX10" panose="02000500000000000000"/>
                <a:cs typeface="BSEKWS+CMBX10" panose="02000500000000000000"/>
              </a:rPr>
              <a:t>process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transforms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input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data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into</a:t>
            </a:r>
            <a:r>
              <a:rPr sz="20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output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data.</a:t>
            </a:r>
            <a:endParaRPr sz="2050">
              <a:solidFill>
                <a:srgbClr val="000000"/>
              </a:solidFill>
              <a:latin typeface="EAVCOW+CMR10" panose="02000500000000000000"/>
              <a:cs typeface="EAVCOW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2056" y="3832326"/>
            <a:ext cx="7490045" cy="1080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SEKWS+CMBX10" panose="02000500000000000000"/>
                <a:cs typeface="BSEKWS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SPNSG+CMTI10" panose="02000500000000000000"/>
                <a:cs typeface="OSPNSG+CMTI10" panose="02000500000000000000"/>
              </a:rPr>
              <a:t>Stateless:</a:t>
            </a:r>
            <a:r>
              <a:rPr sz="2050" spc="4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Data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transformation.</a:t>
            </a:r>
            <a:r>
              <a:rPr sz="2050" spc="4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Can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triggered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by</a:t>
            </a:r>
            <a:r>
              <a:rPr sz="2050" spc="24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a</a:t>
            </a:r>
            <a:endParaRPr sz="2050">
              <a:solidFill>
                <a:srgbClr val="000000"/>
              </a:solidFill>
              <a:latin typeface="EAVCOW+CMR10" panose="02000500000000000000"/>
              <a:cs typeface="EAVCOW+CMR10" panose="02000500000000000000"/>
            </a:endParaRPr>
          </a:p>
          <a:p>
            <a:pPr marL="281940" marR="0">
              <a:lnSpc>
                <a:spcPts val="2520"/>
              </a:lnSpc>
              <a:spcBef>
                <a:spcPts val="3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prompt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KCRUN+CMSS10" panose="02000500000000000000"/>
                <a:cs typeface="JKCRUN+CMSS10" panose="02000500000000000000"/>
              </a:rPr>
              <a:t>T</a:t>
            </a:r>
            <a:r>
              <a:rPr sz="2050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.</a:t>
            </a:r>
            <a:endParaRPr sz="2050">
              <a:solidFill>
                <a:srgbClr val="000000"/>
              </a:solidFill>
              <a:latin typeface="EAVCOW+CMR10" panose="02000500000000000000"/>
              <a:cs typeface="EAVCOW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02050" y="4647668"/>
            <a:ext cx="7669791" cy="1080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SEKWS+CMBX10" panose="02000500000000000000"/>
                <a:cs typeface="BSEKWS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SPNSG+CMTI10" panose="02000500000000000000"/>
                <a:cs typeface="OSPNSG+CMTI10" panose="02000500000000000000"/>
              </a:rPr>
              <a:t>Stateful:</a:t>
            </a:r>
            <a:r>
              <a:rPr sz="2050" spc="4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Can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be</a:t>
            </a:r>
            <a:r>
              <a:rPr sz="2050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triggered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enable/disable</a:t>
            </a:r>
            <a:r>
              <a:rPr sz="2050" spc="1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prompt</a:t>
            </a:r>
            <a:endParaRPr sz="2050">
              <a:solidFill>
                <a:srgbClr val="000000"/>
              </a:solidFill>
              <a:latin typeface="EAVCOW+CMR10" panose="02000500000000000000"/>
              <a:cs typeface="EAVCOW+CMR10" panose="02000500000000000000"/>
            </a:endParaRPr>
          </a:p>
          <a:p>
            <a:pPr marL="281940" marR="0">
              <a:lnSpc>
                <a:spcPts val="2520"/>
              </a:lnSpc>
              <a:spcBef>
                <a:spcPts val="3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KCRUN+CMSS10" panose="02000500000000000000"/>
                <a:cs typeface="JKCRUN+CMSS10" panose="02000500000000000000"/>
              </a:rPr>
              <a:t>E/D</a:t>
            </a:r>
            <a:r>
              <a:rPr sz="2050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.</a:t>
            </a:r>
            <a:endParaRPr sz="2050">
              <a:solidFill>
                <a:srgbClr val="000000"/>
              </a:solidFill>
              <a:latin typeface="EAVCOW+CMR10" panose="02000500000000000000"/>
              <a:cs typeface="EAVCOW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577" y="5536163"/>
            <a:ext cx="8498938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ULQOC+CMSY10~25" panose="02000500000000000000"/>
                <a:cs typeface="KULQO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SEKWS+CMBX10" panose="02000500000000000000"/>
                <a:cs typeface="BSEKWS+CMBX10" panose="02000500000000000000"/>
              </a:rPr>
              <a:t>Control</a:t>
            </a:r>
            <a:r>
              <a:rPr sz="205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1">
                <a:solidFill>
                  <a:srgbClr val="000000"/>
                </a:solidFill>
                <a:latin typeface="BSEKWS+CMBX10" panose="02000500000000000000"/>
                <a:cs typeface="BSEKWS+CMBX10" panose="02000500000000000000"/>
              </a:rPr>
              <a:t>process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transforms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input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events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into</a:t>
            </a:r>
            <a:r>
              <a:rPr sz="20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output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events.</a:t>
            </a:r>
            <a:endParaRPr sz="2050">
              <a:solidFill>
                <a:srgbClr val="000000"/>
              </a:solidFill>
              <a:latin typeface="EAVCOW+CMR10" panose="02000500000000000000"/>
              <a:cs typeface="EAVCOW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6716" y="5906496"/>
            <a:ext cx="387553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21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Speciﬁed</a:t>
            </a:r>
            <a:r>
              <a:rPr sz="2050" spc="12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STT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STD.</a:t>
            </a:r>
            <a:endParaRPr sz="2050" spc="13">
              <a:solidFill>
                <a:srgbClr val="000000"/>
              </a:solidFill>
              <a:latin typeface="EAVCOW+CMR10" panose="02000500000000000000"/>
              <a:cs typeface="EAVCOW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4577" y="6423134"/>
            <a:ext cx="7642540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ULQOC+CMSY10~25" panose="02000500000000000000"/>
                <a:cs typeface="KULQO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BSEKWS+CMBX10" panose="02000500000000000000"/>
                <a:cs typeface="BSEKWS+CMBX10" panose="02000500000000000000"/>
              </a:rPr>
              <a:t>Composite</a:t>
            </a:r>
            <a:r>
              <a:rPr sz="2050" spc="2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1">
                <a:solidFill>
                  <a:srgbClr val="000000"/>
                </a:solidFill>
                <a:latin typeface="BSEKWS+CMBX10" panose="02000500000000000000"/>
                <a:cs typeface="BSEKWS+CMBX10" panose="02000500000000000000"/>
              </a:rPr>
              <a:t>process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speciﬁed</a:t>
            </a:r>
            <a:r>
              <a:rPr sz="2050" spc="1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by</a:t>
            </a:r>
            <a:r>
              <a:rPr sz="2050" spc="24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0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lower-level</a:t>
            </a:r>
            <a:r>
              <a:rPr sz="20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EAVCOW+CMR10" panose="02000500000000000000"/>
                <a:cs typeface="EAVCOW+CMR10" panose="02000500000000000000"/>
              </a:rPr>
              <a:t>DFD.</a:t>
            </a:r>
            <a:endParaRPr sz="2050" spc="15">
              <a:solidFill>
                <a:srgbClr val="000000"/>
              </a:solidFill>
              <a:latin typeface="EAVCOW+CMR10" panose="02000500000000000000"/>
              <a:cs typeface="EAVCOW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PARWBB+CMR7" panose="02000500000000000000"/>
                <a:cs typeface="PARWBB+CMR7" panose="02000500000000000000"/>
              </a:rPr>
              <a:t>260</a:t>
            </a:r>
            <a:endParaRPr sz="1450">
              <a:solidFill>
                <a:srgbClr val="000000"/>
              </a:solidFill>
              <a:latin typeface="PARWBB+CMR7" panose="02000500000000000000"/>
              <a:cs typeface="PARWBB+CMR7" panose="02000500000000000000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948481"/>
            <a:ext cx="6737815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>
                <a:solidFill>
                  <a:srgbClr val="000000"/>
                </a:solidFill>
                <a:latin typeface="GDCKFG+CMBX12~c" panose="02000500000000000000"/>
                <a:cs typeface="GDCKFG+CMBX12~c" panose="02000500000000000000"/>
              </a:rPr>
              <a:t>Speciﬁcation</a:t>
            </a:r>
            <a:r>
              <a:rPr sz="2500" spc="3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GDCKFG+CMBX12~c" panose="02000500000000000000"/>
                <a:cs typeface="GDCKFG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GDCKFG+CMBX12~c" panose="02000500000000000000"/>
                <a:cs typeface="GDCKFG+CMBX12~c" panose="02000500000000000000"/>
              </a:rPr>
              <a:t>a</a:t>
            </a:r>
            <a:r>
              <a:rPr sz="2500" spc="2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GDCKFG+CMBX12~c" panose="02000500000000000000"/>
                <a:cs typeface="GDCKFG+CMBX12~c" panose="02000500000000000000"/>
              </a:rPr>
              <a:t>data</a:t>
            </a:r>
            <a:r>
              <a:rPr sz="2500" spc="3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GDCKFG+CMBX12~c" panose="02000500000000000000"/>
                <a:cs typeface="GDCKFG+CMBX12~c" panose="02000500000000000000"/>
              </a:rPr>
              <a:t>transformation</a:t>
            </a:r>
            <a:endParaRPr sz="2500" spc="-11">
              <a:solidFill>
                <a:srgbClr val="000000"/>
              </a:solidFill>
              <a:latin typeface="GDCKFG+CMBX12~c" panose="02000500000000000000"/>
              <a:cs typeface="GDCKFG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1241" y="2827314"/>
            <a:ext cx="2403770" cy="660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3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AODPBS+CMSSBX10" panose="02000500000000000000"/>
                <a:cs typeface="AODPBS+CMSSBX10" panose="02000500000000000000"/>
              </a:rPr>
              <a:t>2.1:</a:t>
            </a:r>
            <a:r>
              <a:rPr sz="2050" spc="4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ODPBS+CMSSBX10" panose="02000500000000000000"/>
                <a:cs typeface="AODPBS+CMSSBX10" panose="02000500000000000000"/>
              </a:rPr>
              <a:t>Compare(i).</a:t>
            </a:r>
            <a:endParaRPr sz="2050">
              <a:solidFill>
                <a:srgbClr val="000000"/>
              </a:solidFill>
              <a:latin typeface="AODPBS+CMSSBX10" panose="02000500000000000000"/>
              <a:cs typeface="AODPBS+CMSSBX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1553" y="3293447"/>
            <a:ext cx="7798387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ADAIF+CMSY10~25" panose="02000500000000000000"/>
                <a:cs typeface="TADAIF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OPJTSV+CMSS10" panose="02000500000000000000"/>
                <a:cs typeface="OPJTSV+CMSS10" panose="02000500000000000000"/>
              </a:rPr>
              <a:t>When</a:t>
            </a:r>
            <a:r>
              <a:rPr sz="2050" spc="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PJTSV+CMSS10" panose="02000500000000000000"/>
                <a:cs typeface="OPJTSV+CMSS10" panose="02000500000000000000"/>
              </a:rPr>
              <a:t>triggered,</a:t>
            </a:r>
            <a:r>
              <a:rPr sz="2050" spc="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PJTSV+CMSS10" panose="02000500000000000000"/>
                <a:cs typeface="OPJTSV+CMSS10" panose="02000500000000000000"/>
              </a:rPr>
              <a:t>then</a:t>
            </a:r>
            <a:r>
              <a:rPr sz="2050" spc="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PJTSV+CMSS10" panose="02000500000000000000"/>
                <a:cs typeface="OPJTSV+CMSS10" panose="02000500000000000000"/>
              </a:rPr>
              <a:t>let</a:t>
            </a:r>
            <a:r>
              <a:rPr sz="2050" spc="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PJTSV+CMSS10" panose="02000500000000000000"/>
                <a:cs typeface="OPJTSV+CMSS10" panose="02000500000000000000"/>
              </a:rPr>
              <a:t>d</a:t>
            </a:r>
            <a:r>
              <a:rPr sz="2050" spc="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68">
                <a:solidFill>
                  <a:srgbClr val="000000"/>
                </a:solidFill>
                <a:latin typeface="OPJTSV+CMSS10" panose="02000500000000000000"/>
                <a:cs typeface="OPJTSV+CMSS10" panose="02000500000000000000"/>
              </a:rPr>
              <a:t>be</a:t>
            </a:r>
            <a:r>
              <a:rPr sz="20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PJTSV+CMSS10" panose="02000500000000000000"/>
                <a:cs typeface="OPJTSV+CMSS10" panose="02000500000000000000"/>
              </a:rPr>
              <a:t>the</a:t>
            </a:r>
            <a:r>
              <a:rPr sz="2050" spc="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PJTSV+CMSS10" panose="02000500000000000000"/>
                <a:cs typeface="OPJTSV+CMSS10" panose="02000500000000000000"/>
              </a:rPr>
              <a:t>desired</a:t>
            </a:r>
            <a:r>
              <a:rPr sz="2050" spc="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PJTSV+CMSS10" panose="02000500000000000000"/>
                <a:cs typeface="OPJTSV+CMSS10" panose="02000500000000000000"/>
              </a:rPr>
              <a:t>batch</a:t>
            </a:r>
            <a:r>
              <a:rPr sz="2050" spc="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OPJTSV+CMSS10" panose="02000500000000000000"/>
                <a:cs typeface="OPJTSV+CMSS10" panose="02000500000000000000"/>
              </a:rPr>
              <a:t>temperature</a:t>
            </a:r>
            <a:endParaRPr sz="2050" spc="15">
              <a:solidFill>
                <a:srgbClr val="000000"/>
              </a:solidFill>
              <a:latin typeface="OPJTSV+CMSS10" panose="02000500000000000000"/>
              <a:cs typeface="OPJTSV+CMSS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73687" y="3669503"/>
            <a:ext cx="3374196" cy="655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PJTSV+CMSS10" panose="02000500000000000000"/>
                <a:cs typeface="OPJTSV+CMSS10" panose="02000500000000000000"/>
              </a:rPr>
              <a:t>from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PJTSV+CMSS10" panose="02000500000000000000"/>
                <a:cs typeface="OPJTSV+CMSS10" panose="02000500000000000000"/>
              </a:rPr>
              <a:t>the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OPJTSV+CMSS10" panose="02000500000000000000"/>
                <a:cs typeface="OPJTSV+CMSS10" panose="02000500000000000000"/>
              </a:rPr>
              <a:t>Batch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PJTSV+CMSS10" panose="02000500000000000000"/>
                <a:cs typeface="OPJTSV+CMSS10" panose="02000500000000000000"/>
              </a:rPr>
              <a:t>data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PJTSV+CMSS10" panose="02000500000000000000"/>
                <a:cs typeface="OPJTSV+CMSS10" panose="02000500000000000000"/>
              </a:rPr>
              <a:t>store:</a:t>
            </a:r>
            <a:endParaRPr sz="2050">
              <a:solidFill>
                <a:srgbClr val="000000"/>
              </a:solidFill>
              <a:latin typeface="OPJTSV+CMSS10" panose="02000500000000000000"/>
              <a:cs typeface="OPJTSV+CMSS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59026" y="4038007"/>
            <a:ext cx="5782534" cy="11234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ELTEO+CMBX10" panose="02000500000000000000"/>
                <a:cs typeface="TELTEO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PJTSV+CMSS10" panose="02000500000000000000"/>
                <a:cs typeface="OPJTSV+CMSS10" panose="02000500000000000000"/>
              </a:rPr>
              <a:t>if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OPJTSV+CMSS10" panose="02000500000000000000"/>
                <a:cs typeface="OPJTSV+CMSS10" panose="02000500000000000000"/>
              </a:rPr>
              <a:t>temperature(i)</a:t>
            </a:r>
            <a:r>
              <a:rPr sz="20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HKEPM+CMMI10" panose="02000500000000000000"/>
                <a:cs typeface="HHKEPM+CMMI10" panose="02000500000000000000"/>
              </a:rPr>
              <a:t>&lt;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PJTSV+CMSS10" panose="02000500000000000000"/>
                <a:cs typeface="OPJTSV+CMSS10" panose="02000500000000000000"/>
              </a:rPr>
              <a:t>d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ADAIF+CMSY10~25" panose="02000500000000000000"/>
                <a:cs typeface="TADAIF+CMSY10~25" panose="02000500000000000000"/>
              </a:rPr>
              <a:t>−</a:t>
            </a:r>
            <a:r>
              <a:rPr sz="2050" spc="1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PJTSV+CMSS10" panose="02000500000000000000"/>
                <a:cs typeface="OPJTSV+CMSS10" panose="02000500000000000000"/>
              </a:rPr>
              <a:t>5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PJTSV+CMSS10" panose="02000500000000000000"/>
                <a:cs typeface="OPJTSV+CMSS10" panose="02000500000000000000"/>
              </a:rPr>
              <a:t>then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5">
                <a:solidFill>
                  <a:srgbClr val="000000"/>
                </a:solidFill>
                <a:latin typeface="OPJTSV+CMSS10" panose="02000500000000000000"/>
                <a:cs typeface="OPJTSV+CMSS10" panose="02000500000000000000"/>
              </a:rPr>
              <a:t>too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PJTSV+CMSS10" panose="02000500000000000000"/>
                <a:cs typeface="OPJTSV+CMSS10" panose="02000500000000000000"/>
              </a:rPr>
              <a:t>cold(i),</a:t>
            </a:r>
            <a:endParaRPr sz="2050">
              <a:solidFill>
                <a:srgbClr val="000000"/>
              </a:solidFill>
              <a:latin typeface="OPJTSV+CMSS10" panose="02000500000000000000"/>
              <a:cs typeface="OPJTSV+CMSS10" panose="02000500000000000000"/>
            </a:endParaRPr>
          </a:p>
          <a:p>
            <a:pPr marL="0" marR="0">
              <a:lnSpc>
                <a:spcPts val="2520"/>
              </a:lnSpc>
              <a:spcBef>
                <a:spcPts val="78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ELTEO+CMBX10" panose="02000500000000000000"/>
                <a:cs typeface="TELTEO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PJTSV+CMSS10" panose="02000500000000000000"/>
                <a:cs typeface="OPJTSV+CMSS10" panose="02000500000000000000"/>
              </a:rPr>
              <a:t>if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OPJTSV+CMSS10" panose="02000500000000000000"/>
                <a:cs typeface="OPJTSV+CMSS10" panose="02000500000000000000"/>
              </a:rPr>
              <a:t>temperature(i)</a:t>
            </a:r>
            <a:r>
              <a:rPr sz="20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HKEPM+CMMI10" panose="02000500000000000000"/>
                <a:cs typeface="HHKEPM+CMMI10" panose="02000500000000000000"/>
              </a:rPr>
              <a:t>&gt;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PJTSV+CMSS10" panose="02000500000000000000"/>
                <a:cs typeface="OPJTSV+CMSS10" panose="02000500000000000000"/>
              </a:rPr>
              <a:t>d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IOIUL+CMR10" panose="02000500000000000000"/>
                <a:cs typeface="NIOIUL+CMR10" panose="02000500000000000000"/>
              </a:rPr>
              <a:t>+</a:t>
            </a:r>
            <a:r>
              <a:rPr sz="2050" spc="1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PJTSV+CMSS10" panose="02000500000000000000"/>
                <a:cs typeface="OPJTSV+CMSS10" panose="02000500000000000000"/>
              </a:rPr>
              <a:t>5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PJTSV+CMSS10" panose="02000500000000000000"/>
                <a:cs typeface="OPJTSV+CMSS10" panose="02000500000000000000"/>
              </a:rPr>
              <a:t>then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5">
                <a:solidFill>
                  <a:srgbClr val="000000"/>
                </a:solidFill>
                <a:latin typeface="OPJTSV+CMSS10" panose="02000500000000000000"/>
                <a:cs typeface="OPJTSV+CMSS10" panose="02000500000000000000"/>
              </a:rPr>
              <a:t>too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PJTSV+CMSS10" panose="02000500000000000000"/>
                <a:cs typeface="OPJTSV+CMSS10" panose="02000500000000000000"/>
              </a:rPr>
              <a:t>hot(i).</a:t>
            </a:r>
            <a:endParaRPr sz="2050">
              <a:solidFill>
                <a:srgbClr val="000000"/>
              </a:solidFill>
              <a:latin typeface="OPJTSV+CMSS10" panose="02000500000000000000"/>
              <a:cs typeface="OPJTSV+CMSS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580" y="4992090"/>
            <a:ext cx="5102422" cy="141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ADAIF+CMSY10~25" panose="02000500000000000000"/>
                <a:cs typeface="TADAIF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IOIUL+CMR10" panose="02000500000000000000"/>
                <a:cs typeface="NIOIUL+CMR10" panose="02000500000000000000"/>
              </a:rPr>
              <a:t>Mathematical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IOIUL+CMR10" panose="02000500000000000000"/>
                <a:cs typeface="NIOIUL+CMR10" panose="02000500000000000000"/>
              </a:rPr>
              <a:t>input-output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IOIUL+CMR10" panose="02000500000000000000"/>
                <a:cs typeface="NIOIUL+CMR10" panose="02000500000000000000"/>
              </a:rPr>
              <a:t>relation.</a:t>
            </a:r>
            <a:endParaRPr sz="2050">
              <a:solidFill>
                <a:srgbClr val="000000"/>
              </a:solidFill>
              <a:latin typeface="NIOIUL+CMR10" panose="02000500000000000000"/>
              <a:cs typeface="NIOIUL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ADAIF+CMSY10~25" panose="02000500000000000000"/>
                <a:cs typeface="TADAIF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IOIUL+CMR10" panose="02000500000000000000"/>
                <a:cs typeface="NIOIUL+CMR10" panose="02000500000000000000"/>
              </a:rPr>
              <a:t>Interface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NIOIUL+CMR10" panose="02000500000000000000"/>
                <a:cs typeface="NIOIUL+CMR10" panose="02000500000000000000"/>
              </a:rPr>
              <a:t>must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IOIUL+CMR10" panose="02000500000000000000"/>
                <a:cs typeface="NIOIUL+CMR10" panose="02000500000000000000"/>
              </a:rPr>
              <a:t>match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NIOIUL+CMR10" panose="02000500000000000000"/>
                <a:cs typeface="NIOIUL+CMR10" panose="02000500000000000000"/>
              </a:rPr>
              <a:t>DFD.</a:t>
            </a:r>
            <a:endParaRPr sz="2050" spc="15">
              <a:solidFill>
                <a:srgbClr val="000000"/>
              </a:solidFill>
              <a:latin typeface="NIOIUL+CMR10" panose="02000500000000000000"/>
              <a:cs typeface="NIOIUL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EBHJPG+CMR7" panose="02000500000000000000"/>
                <a:cs typeface="EBHJPG+CMR7" panose="02000500000000000000"/>
              </a:rPr>
              <a:t>261</a:t>
            </a:r>
            <a:endParaRPr sz="1450">
              <a:solidFill>
                <a:srgbClr val="000000"/>
              </a:solidFill>
              <a:latin typeface="EBHJPG+CMR7" panose="02000500000000000000"/>
              <a:cs typeface="EBHJPG+CMR7" panose="02000500000000000000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83789"/>
            <a:ext cx="6516931" cy="11698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>
                <a:solidFill>
                  <a:srgbClr val="000000"/>
                </a:solidFill>
                <a:latin typeface="TAMWWL+CMBX12~c" panose="02000500000000000000"/>
                <a:cs typeface="TAMWWL+CMBX12~c" panose="02000500000000000000"/>
              </a:rPr>
              <a:t>Speciﬁcation</a:t>
            </a:r>
            <a:r>
              <a:rPr sz="2500" spc="3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TAMWWL+CMBX12~c" panose="02000500000000000000"/>
                <a:cs typeface="TAMWWL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TAMWWL+CMBX12~c" panose="02000500000000000000"/>
                <a:cs typeface="TAMWWL+CMBX12~c" panose="02000500000000000000"/>
              </a:rPr>
              <a:t>stateful</a:t>
            </a:r>
            <a:r>
              <a:rPr sz="2500" spc="3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TAMWWL+CMBX12~c" panose="02000500000000000000"/>
                <a:cs typeface="TAMWWL+CMBX12~c" panose="02000500000000000000"/>
              </a:rPr>
              <a:t>data</a:t>
            </a:r>
            <a:r>
              <a:rPr sz="2500" spc="3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TAMWWL+CMBX12~c" panose="02000500000000000000"/>
                <a:cs typeface="TAMWWL+CMBX12~c" panose="02000500000000000000"/>
              </a:rPr>
              <a:t>process</a:t>
            </a:r>
            <a:endParaRPr sz="2500">
              <a:solidFill>
                <a:srgbClr val="000000"/>
              </a:solidFill>
              <a:latin typeface="TAMWWL+CMBX12~c" panose="02000500000000000000"/>
              <a:cs typeface="TAMWWL+CMBX12~c" panose="02000500000000000000"/>
            </a:endParaRPr>
          </a:p>
          <a:p>
            <a:pPr marL="156845" marR="0">
              <a:lnSpc>
                <a:spcPts val="1915"/>
              </a:lnSpc>
              <a:spcBef>
                <a:spcPts val="171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KJKCHP+CMSSBX10~2a4" panose="02000500000000000000"/>
                <a:cs typeface="KJKCHP+CMSSBX10~2a4" panose="02000500000000000000"/>
              </a:rPr>
              <a:t>3:</a:t>
            </a:r>
            <a:r>
              <a:rPr sz="1850" spc="4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KJKCHP+CMSSBX10~2a4" panose="02000500000000000000"/>
                <a:cs typeface="KJKCHP+CMSSBX10~2a4" panose="02000500000000000000"/>
              </a:rPr>
              <a:t>Monitor</a:t>
            </a:r>
            <a:r>
              <a:rPr sz="1850" spc="2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KJKCHP+CMSSBX10~2a4" panose="02000500000000000000"/>
                <a:cs typeface="KJKCHP+CMSSBX10~2a4" panose="02000500000000000000"/>
              </a:rPr>
              <a:t>end</a:t>
            </a:r>
            <a:r>
              <a:rPr sz="1850" spc="2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KJKCHP+CMSSBX10~2a4" panose="02000500000000000000"/>
                <a:cs typeface="KJKCHP+CMSSBX10~2a4" panose="02000500000000000000"/>
              </a:rPr>
              <a:t>time.</a:t>
            </a:r>
            <a:endParaRPr sz="1850">
              <a:solidFill>
                <a:srgbClr val="000000"/>
              </a:solidFill>
              <a:latin typeface="KJKCHP+CMSSBX10~2a4" panose="02000500000000000000"/>
              <a:cs typeface="KJKCHP+CMSSBX10~2a4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2219" y="1921899"/>
            <a:ext cx="3198475" cy="762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2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GHLJLR+CMSY9" panose="02000500000000000000"/>
                <a:cs typeface="GHLJLR+CMSY9" panose="02000500000000000000"/>
              </a:rPr>
              <a:t>•</a:t>
            </a:r>
            <a:r>
              <a:rPr sz="1850" spc="5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21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Local</a:t>
            </a:r>
            <a:r>
              <a:rPr sz="18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variable:</a:t>
            </a:r>
            <a:r>
              <a:rPr sz="1850" spc="3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end</a:t>
            </a:r>
            <a:r>
              <a:rPr sz="1850" spc="2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time.</a:t>
            </a:r>
            <a:endParaRPr sz="1850">
              <a:solidFill>
                <a:srgbClr val="000000"/>
              </a:solidFill>
              <a:latin typeface="VPQWDK+CMSS9" panose="02000500000000000000"/>
              <a:cs typeface="VPQWDK+CMSS9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73678" y="2349587"/>
            <a:ext cx="7498261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This</a:t>
            </a:r>
            <a:r>
              <a:rPr sz="1850" spc="2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process</a:t>
            </a:r>
            <a:r>
              <a:rPr sz="1850" spc="2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is</a:t>
            </a:r>
            <a:r>
              <a:rPr sz="185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started</a:t>
            </a:r>
            <a:r>
              <a:rPr sz="1850" spc="2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45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by</a:t>
            </a:r>
            <a:r>
              <a:rPr sz="1850" spc="3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the</a:t>
            </a:r>
            <a:r>
              <a:rPr sz="1850" spc="2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reception</a:t>
            </a:r>
            <a:r>
              <a:rPr sz="1850" spc="2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of</a:t>
            </a:r>
            <a:r>
              <a:rPr sz="1850" spc="2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b</a:t>
            </a:r>
            <a:r>
              <a:rPr sz="1850" spc="2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and</a:t>
            </a:r>
            <a:r>
              <a:rPr sz="1850" spc="2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then</a:t>
            </a:r>
            <a:r>
              <a:rPr sz="1850" spc="2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is</a:t>
            </a:r>
            <a:r>
              <a:rPr sz="1850" spc="2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active</a:t>
            </a:r>
            <a:endParaRPr sz="1850">
              <a:solidFill>
                <a:srgbClr val="000000"/>
              </a:solidFill>
              <a:latin typeface="VPQWDK+CMSS9" panose="02000500000000000000"/>
              <a:cs typeface="VPQWDK+CMSS9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73663" y="2690963"/>
            <a:ext cx="3494761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until</a:t>
            </a:r>
            <a:r>
              <a:rPr sz="18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a</a:t>
            </a:r>
            <a:r>
              <a:rPr sz="18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temporal</a:t>
            </a:r>
            <a:r>
              <a:rPr sz="18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event</a:t>
            </a:r>
            <a:r>
              <a:rPr sz="18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3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occurs.</a:t>
            </a:r>
            <a:endParaRPr sz="1850" spc="13">
              <a:solidFill>
                <a:srgbClr val="000000"/>
              </a:solidFill>
              <a:latin typeface="VPQWDK+CMSS9" panose="02000500000000000000"/>
              <a:cs typeface="VPQWDK+CMSS9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22200" y="3110621"/>
            <a:ext cx="4808146" cy="762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2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GHLJLR+CMSY9" panose="02000500000000000000"/>
                <a:cs typeface="GHLJLR+CMSY9" panose="02000500000000000000"/>
              </a:rPr>
              <a:t>•</a:t>
            </a:r>
            <a:r>
              <a:rPr sz="1850" spc="5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Initialization:</a:t>
            </a:r>
            <a:r>
              <a:rPr sz="1850" spc="3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When</a:t>
            </a:r>
            <a:r>
              <a:rPr sz="18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b</a:t>
            </a:r>
            <a:r>
              <a:rPr sz="18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is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received,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then</a:t>
            </a:r>
            <a:endParaRPr sz="1850">
              <a:solidFill>
                <a:srgbClr val="000000"/>
              </a:solidFill>
              <a:latin typeface="VPQWDK+CMSS9" panose="02000500000000000000"/>
              <a:cs typeface="VPQWDK+CMSS9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71195" y="3497158"/>
            <a:ext cx="7386084" cy="5909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AQEHKL+CMBX9" panose="02000500000000000000"/>
                <a:cs typeface="AQEHKL+CMBX9" panose="02000500000000000000"/>
              </a:rPr>
              <a:t>–</a:t>
            </a:r>
            <a:r>
              <a:rPr sz="1850" spc="5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Read</a:t>
            </a:r>
            <a:r>
              <a:rPr sz="1850" spc="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duration</a:t>
            </a:r>
            <a:r>
              <a:rPr sz="1850" spc="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of</a:t>
            </a:r>
            <a:r>
              <a:rPr sz="1850" spc="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b</a:t>
            </a:r>
            <a:r>
              <a:rPr sz="1850" spc="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from</a:t>
            </a:r>
            <a:r>
              <a:rPr sz="1850" spc="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Batch</a:t>
            </a:r>
            <a:r>
              <a:rPr sz="1850" spc="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data</a:t>
            </a:r>
            <a:r>
              <a:rPr sz="1850" spc="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and</a:t>
            </a:r>
            <a:r>
              <a:rPr sz="1850" spc="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set</a:t>
            </a:r>
            <a:r>
              <a:rPr sz="1850" spc="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end</a:t>
            </a:r>
            <a:r>
              <a:rPr sz="1850" spc="2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time</a:t>
            </a:r>
            <a:r>
              <a:rPr sz="1850" spc="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:=</a:t>
            </a:r>
            <a:r>
              <a:rPr sz="1850" spc="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7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now</a:t>
            </a:r>
            <a:endParaRPr sz="1850" spc="-17">
              <a:solidFill>
                <a:srgbClr val="000000"/>
              </a:solidFill>
              <a:latin typeface="VPQWDK+CMSS9" panose="02000500000000000000"/>
              <a:cs typeface="VPQWDK+CMSS9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40955" y="3838534"/>
            <a:ext cx="1531637" cy="590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8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+</a:t>
            </a:r>
            <a:r>
              <a:rPr sz="18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duration.</a:t>
            </a:r>
            <a:endParaRPr sz="1850">
              <a:solidFill>
                <a:srgbClr val="000000"/>
              </a:solidFill>
              <a:latin typeface="VPQWDK+CMSS9" panose="02000500000000000000"/>
              <a:cs typeface="VPQWDK+CMSS9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22211" y="4259716"/>
            <a:ext cx="4927240" cy="17425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2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GHLJLR+CMSY9" panose="02000500000000000000"/>
                <a:cs typeface="GHLJLR+CMSY9" panose="02000500000000000000"/>
              </a:rPr>
              <a:t>•</a:t>
            </a:r>
            <a:r>
              <a:rPr sz="1850" spc="5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3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Process:</a:t>
            </a:r>
            <a:r>
              <a:rPr sz="1850" spc="3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When</a:t>
            </a:r>
            <a:r>
              <a:rPr sz="18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end</a:t>
            </a:r>
            <a:r>
              <a:rPr sz="1850" spc="2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time</a:t>
            </a:r>
            <a:r>
              <a:rPr sz="18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3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occurs,</a:t>
            </a:r>
            <a:r>
              <a:rPr sz="18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then</a:t>
            </a:r>
            <a:endParaRPr sz="1850">
              <a:solidFill>
                <a:srgbClr val="000000"/>
              </a:solidFill>
              <a:latin typeface="VPQWDK+CMSS9" panose="02000500000000000000"/>
              <a:cs typeface="VPQWDK+CMSS9" panose="02000500000000000000"/>
            </a:endParaRPr>
          </a:p>
          <a:p>
            <a:pPr marL="349250" marR="0">
              <a:lnSpc>
                <a:spcPts val="1880"/>
              </a:lnSpc>
              <a:spcBef>
                <a:spcPts val="113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AQEHKL+CMBX9" panose="02000500000000000000"/>
                <a:cs typeface="AQEHKL+CMBX9" panose="02000500000000000000"/>
              </a:rPr>
              <a:t>–</a:t>
            </a:r>
            <a:r>
              <a:rPr sz="1850" spc="5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read</a:t>
            </a:r>
            <a:r>
              <a:rPr sz="18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tank</a:t>
            </a:r>
            <a:r>
              <a:rPr sz="1850" spc="2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id’s</a:t>
            </a:r>
            <a:r>
              <a:rPr sz="18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of</a:t>
            </a:r>
            <a:r>
              <a:rPr sz="18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b</a:t>
            </a:r>
            <a:r>
              <a:rPr sz="18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from</a:t>
            </a:r>
            <a:r>
              <a:rPr sz="18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batch</a:t>
            </a:r>
            <a:r>
              <a:rPr sz="18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data,</a:t>
            </a:r>
            <a:endParaRPr sz="1850">
              <a:solidFill>
                <a:srgbClr val="000000"/>
              </a:solidFill>
              <a:latin typeface="VPQWDK+CMSS9" panose="02000500000000000000"/>
              <a:cs typeface="VPQWDK+CMSS9" panose="02000500000000000000"/>
            </a:endParaRPr>
          </a:p>
          <a:p>
            <a:pPr marL="349250" marR="0">
              <a:lnSpc>
                <a:spcPts val="1880"/>
              </a:lnSpc>
              <a:spcBef>
                <a:spcPts val="118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AQEHKL+CMBX9" panose="02000500000000000000"/>
                <a:cs typeface="AQEHKL+CMBX9" panose="02000500000000000000"/>
              </a:rPr>
              <a:t>–</a:t>
            </a:r>
            <a:r>
              <a:rPr sz="1850" spc="5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5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for</a:t>
            </a:r>
            <a:r>
              <a:rPr sz="18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each</a:t>
            </a:r>
            <a:r>
              <a:rPr sz="18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tank</a:t>
            </a:r>
            <a:r>
              <a:rPr sz="1850" spc="2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id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do</a:t>
            </a:r>
            <a:r>
              <a:rPr sz="18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stop(tank</a:t>
            </a:r>
            <a:r>
              <a:rPr sz="1850" spc="2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id),</a:t>
            </a:r>
            <a:endParaRPr sz="1850">
              <a:solidFill>
                <a:srgbClr val="000000"/>
              </a:solidFill>
              <a:latin typeface="VPQWDK+CMSS9" panose="02000500000000000000"/>
              <a:cs typeface="VPQWDK+CMSS9" panose="02000500000000000000"/>
            </a:endParaRPr>
          </a:p>
          <a:p>
            <a:pPr marL="349250" marR="0">
              <a:lnSpc>
                <a:spcPts val="1880"/>
              </a:lnSpc>
              <a:spcBef>
                <a:spcPts val="113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AQEHKL+CMBX9" panose="02000500000000000000"/>
                <a:cs typeface="AQEHKL+CMBX9" panose="02000500000000000000"/>
              </a:rPr>
              <a:t>–</a:t>
            </a:r>
            <a:r>
              <a:rPr sz="1850" spc="5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send</a:t>
            </a:r>
            <a:r>
              <a:rPr sz="18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PQWDK+CMSS9" panose="02000500000000000000"/>
                <a:cs typeface="VPQWDK+CMSS9" panose="02000500000000000000"/>
              </a:rPr>
              <a:t>ﬁnished(b).</a:t>
            </a:r>
            <a:endParaRPr sz="1850">
              <a:solidFill>
                <a:srgbClr val="000000"/>
              </a:solidFill>
              <a:latin typeface="VPQWDK+CMSS9" panose="02000500000000000000"/>
              <a:cs typeface="VPQWDK+CMSS9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580" y="5816573"/>
            <a:ext cx="8120306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ARARM+CMSY10~25" panose="02000500000000000000"/>
                <a:cs typeface="HARARM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WVOPF+CMR10" panose="02000500000000000000"/>
                <a:cs typeface="VWVOPF+CMR10" panose="02000500000000000000"/>
              </a:rPr>
              <a:t>Initialization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WVOPF+CMR10" panose="02000500000000000000"/>
                <a:cs typeface="VWVOPF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WVOPF+CMR10" panose="02000500000000000000"/>
                <a:cs typeface="VWVOPF+CMR10" panose="02000500000000000000"/>
              </a:rPr>
              <a:t>followed</a:t>
            </a:r>
            <a:r>
              <a:rPr sz="20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VWVOPF+CMR10" panose="02000500000000000000"/>
                <a:cs typeface="VWVOPF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VWVOPF+CMR10" panose="02000500000000000000"/>
                <a:cs typeface="VWVOPF+CMR10" panose="02000500000000000000"/>
              </a:rPr>
              <a:t>state-dependent</a:t>
            </a:r>
            <a:r>
              <a:rPr sz="2050" spc="1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WVOPF+CMR10" panose="02000500000000000000"/>
                <a:cs typeface="VWVOPF+CMR10" panose="02000500000000000000"/>
              </a:rPr>
              <a:t>transformation</a:t>
            </a:r>
            <a:endParaRPr sz="2050">
              <a:solidFill>
                <a:srgbClr val="000000"/>
              </a:solidFill>
              <a:latin typeface="VWVOPF+CMR10" panose="02000500000000000000"/>
              <a:cs typeface="VWVOPF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6700" y="6177761"/>
            <a:ext cx="1291403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7">
                <a:solidFill>
                  <a:srgbClr val="000000"/>
                </a:solidFill>
                <a:latin typeface="VWVOPF+CMR10" panose="02000500000000000000"/>
                <a:cs typeface="VWVOPF+CMR10" panose="02000500000000000000"/>
              </a:rPr>
              <a:t>process.</a:t>
            </a:r>
            <a:endParaRPr sz="2050" spc="17">
              <a:solidFill>
                <a:srgbClr val="000000"/>
              </a:solidFill>
              <a:latin typeface="VWVOPF+CMR10" panose="02000500000000000000"/>
              <a:cs typeface="VWVOPF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4571" y="6651728"/>
            <a:ext cx="3952508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ARARM+CMSY10~25" panose="02000500000000000000"/>
                <a:cs typeface="HARARM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WVOPF+CMR10" panose="02000500000000000000"/>
                <a:cs typeface="VWVOPF+CMR10" panose="02000500000000000000"/>
              </a:rPr>
              <a:t>Interface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VWVOPF+CMR10" panose="02000500000000000000"/>
                <a:cs typeface="VWVOPF+CMR10" panose="02000500000000000000"/>
              </a:rPr>
              <a:t>must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VWVOPF+CMR10" panose="02000500000000000000"/>
                <a:cs typeface="VWVOPF+CMR10" panose="02000500000000000000"/>
              </a:rPr>
              <a:t>match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VWVOPF+CMR10" panose="02000500000000000000"/>
                <a:cs typeface="VWVOPF+CMR10" panose="02000500000000000000"/>
              </a:rPr>
              <a:t>DFD.</a:t>
            </a:r>
            <a:endParaRPr sz="2050" spc="15">
              <a:solidFill>
                <a:srgbClr val="000000"/>
              </a:solidFill>
              <a:latin typeface="VWVOPF+CMR10" panose="02000500000000000000"/>
              <a:cs typeface="VWVOPF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QIVJMU+CMR7" panose="02000500000000000000"/>
                <a:cs typeface="QIVJMU+CMR7" panose="02000500000000000000"/>
              </a:rPr>
              <a:t>262</a:t>
            </a:r>
            <a:endParaRPr sz="1450">
              <a:solidFill>
                <a:srgbClr val="000000"/>
              </a:solidFill>
              <a:latin typeface="QIVJMU+CMR7" panose="02000500000000000000"/>
              <a:cs typeface="QIVJMU+CMR7" panose="02000500000000000000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119425"/>
            <a:ext cx="8899049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>
                <a:solidFill>
                  <a:srgbClr val="000000"/>
                </a:solidFill>
                <a:latin typeface="SSORGW+CMBX12~c" panose="02000500000000000000"/>
                <a:cs typeface="SSORGW+CMBX12~c" panose="02000500000000000000"/>
              </a:rPr>
              <a:t>Speciﬁcation</a:t>
            </a:r>
            <a:r>
              <a:rPr sz="2500" spc="3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SSORGW+CMBX12~c" panose="02000500000000000000"/>
                <a:cs typeface="SSORGW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6">
                <a:solidFill>
                  <a:srgbClr val="000000"/>
                </a:solidFill>
                <a:latin typeface="SSORGW+CMBX12~c" panose="02000500000000000000"/>
                <a:cs typeface="SSORGW+CMBX12~c" panose="02000500000000000000"/>
              </a:rPr>
              <a:t>control</a:t>
            </a:r>
            <a:r>
              <a:rPr sz="2500" spc="3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SSORGW+CMBX12~c" panose="02000500000000000000"/>
                <a:cs typeface="SSORGW+CMBX12~c" panose="02000500000000000000"/>
              </a:rPr>
              <a:t>process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87">
                <a:solidFill>
                  <a:srgbClr val="000000"/>
                </a:solidFill>
                <a:latin typeface="SSORGW+CMBX12~c" panose="02000500000000000000"/>
                <a:cs typeface="SSORGW+CMBX12~c" panose="02000500000000000000"/>
              </a:rPr>
              <a:t>by</a:t>
            </a:r>
            <a:r>
              <a:rPr sz="2500" spc="3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SSORGW+CMBX12~c" panose="02000500000000000000"/>
                <a:cs typeface="SSORGW+CMBX12~c" panose="02000500000000000000"/>
              </a:rPr>
              <a:t>Mealy</a:t>
            </a:r>
            <a:r>
              <a:rPr sz="2500" spc="3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SSORGW+CMBX12~c" panose="02000500000000000000"/>
                <a:cs typeface="SSORGW+CMBX12~c" panose="02000500000000000000"/>
              </a:rPr>
              <a:t>diagram</a:t>
            </a:r>
            <a:endParaRPr sz="2500" spc="-10">
              <a:solidFill>
                <a:srgbClr val="000000"/>
              </a:solidFill>
              <a:latin typeface="SSORGW+CMBX12~c" panose="02000500000000000000"/>
              <a:cs typeface="SSORGW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75624" y="2029450"/>
            <a:ext cx="1096228" cy="901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IMQNQT+Helvetica" panose="020B0604020202020204"/>
                <a:cs typeface="IMQNQT+Helvetica" panose="020B0604020202020204"/>
              </a:rPr>
              <a:t>stop(i)</a:t>
            </a:r>
            <a:endParaRPr sz="1250">
              <a:solidFill>
                <a:srgbClr val="000000"/>
              </a:solidFill>
              <a:latin typeface="IMQNQT+Helvetica" panose="020B0604020202020204"/>
              <a:cs typeface="IMQNQT+Helvetica" panose="020B0604020202020204"/>
            </a:endParaRPr>
          </a:p>
          <a:p>
            <a:pPr marL="239395" marR="0">
              <a:lnSpc>
                <a:spcPts val="1380"/>
              </a:lnSpc>
              <a:spcBef>
                <a:spcPts val="2410"/>
              </a:spcBef>
              <a:spcAft>
                <a:spcPct val="0"/>
              </a:spcAft>
            </a:pPr>
            <a:r>
              <a:rPr sz="1250" b="1">
                <a:solidFill>
                  <a:srgbClr val="000000"/>
                </a:solidFill>
                <a:latin typeface="SJMBIK+Helvetica-Bold" panose="020B0704020202020204"/>
                <a:cs typeface="SJMBIK+Helvetica-Bold" panose="020B0704020202020204"/>
              </a:rPr>
              <a:t>Ready(i)</a:t>
            </a:r>
            <a:endParaRPr sz="1250" b="1">
              <a:solidFill>
                <a:srgbClr val="000000"/>
              </a:solidFill>
              <a:latin typeface="SJMBIK+Helvetica-Bold" panose="020B0704020202020204"/>
              <a:cs typeface="SJMBIK+Helvetica-Bold" panose="020B07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99852" y="2029450"/>
            <a:ext cx="2364688" cy="918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IMQNQT+Helvetica" panose="020B0604020202020204"/>
                <a:cs typeface="IMQNQT+Helvetica" panose="020B0604020202020204"/>
              </a:rPr>
              <a:t>after(60 secs) / T: Compare(i)</a:t>
            </a:r>
            <a:endParaRPr sz="1250">
              <a:solidFill>
                <a:srgbClr val="000000"/>
              </a:solidFill>
              <a:latin typeface="IMQNQT+Helvetica" panose="020B0604020202020204"/>
              <a:cs typeface="IMQNQT+Helvetica" panose="020B0604020202020204"/>
            </a:endParaRPr>
          </a:p>
          <a:p>
            <a:pPr marL="1358900" marR="0">
              <a:lnSpc>
                <a:spcPts val="1380"/>
              </a:lnSpc>
              <a:spcBef>
                <a:spcPts val="260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IMQNQT+Helvetica" panose="020B0604020202020204"/>
                <a:cs typeface="IMQNQT+Helvetica" panose="020B0604020202020204"/>
              </a:rPr>
              <a:t>OK(i) /</a:t>
            </a:r>
            <a:endParaRPr sz="1250">
              <a:solidFill>
                <a:srgbClr val="000000"/>
              </a:solidFill>
              <a:latin typeface="IMQNQT+Helvetica" panose="020B0604020202020204"/>
              <a:cs typeface="IMQNQT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27660" y="2064299"/>
            <a:ext cx="1780391" cy="4132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IMQNQT+Helvetica" panose="020B0604020202020204"/>
                <a:cs typeface="IMQNQT+Helvetica" panose="020B0604020202020204"/>
              </a:rPr>
              <a:t>too hot(i) / switch off(i)</a:t>
            </a:r>
            <a:endParaRPr sz="1250">
              <a:solidFill>
                <a:srgbClr val="000000"/>
              </a:solidFill>
              <a:latin typeface="IMQNQT+Helvetica" panose="020B0604020202020204"/>
              <a:cs typeface="IMQNQT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77865" y="2255929"/>
            <a:ext cx="1248532" cy="4132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 b="1" spc="-10">
                <a:solidFill>
                  <a:srgbClr val="000000"/>
                </a:solidFill>
                <a:latin typeface="SJMBIK+Helvetica-Bold" panose="020B0704020202020204"/>
                <a:cs typeface="SJMBIK+Helvetica-Bold" panose="020B0704020202020204"/>
              </a:rPr>
              <a:t>Not</a:t>
            </a:r>
            <a:r>
              <a:rPr sz="1250" b="1">
                <a:solidFill>
                  <a:srgbClr val="000000"/>
                </a:solidFill>
                <a:latin typeface="SJMBIK+Helvetica-Bold" panose="020B0704020202020204"/>
                <a:cs typeface="SJMBIK+Helvetica-Bold" panose="020B0704020202020204"/>
              </a:rPr>
              <a:t> heating(i)</a:t>
            </a:r>
            <a:endParaRPr sz="1250" b="1">
              <a:solidFill>
                <a:srgbClr val="000000"/>
              </a:solidFill>
              <a:latin typeface="SJMBIK+Helvetica-Bold" panose="020B0704020202020204"/>
              <a:cs typeface="SJMBIK+Helvetica-Bold" panose="020B07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38030" y="2952816"/>
            <a:ext cx="1205099" cy="639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IMQNQT+Helvetica" panose="020B0604020202020204"/>
                <a:cs typeface="IMQNQT+Helvetica" panose="020B0604020202020204"/>
              </a:rPr>
              <a:t>start(i) /</a:t>
            </a:r>
            <a:endParaRPr sz="1250">
              <a:solidFill>
                <a:srgbClr val="000000"/>
              </a:solidFill>
              <a:latin typeface="IMQNQT+Helvetica" panose="020B0604020202020204"/>
              <a:cs typeface="IMQNQT+Helvetica" panose="020B0604020202020204"/>
            </a:endParaRPr>
          </a:p>
          <a:p>
            <a:pPr marL="0" marR="0">
              <a:lnSpc>
                <a:spcPts val="1380"/>
              </a:lnSpc>
              <a:spcBef>
                <a:spcPts val="405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IMQNQT+Helvetica" panose="020B0604020202020204"/>
                <a:cs typeface="IMQNQT+Helvetica" panose="020B0604020202020204"/>
              </a:rPr>
              <a:t>T: Compare(i)</a:t>
            </a:r>
            <a:endParaRPr sz="1250">
              <a:solidFill>
                <a:srgbClr val="000000"/>
              </a:solidFill>
              <a:latin typeface="IMQNQT+Helvetica" panose="020B0604020202020204"/>
              <a:cs typeface="IMQNQT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65740" y="3545169"/>
            <a:ext cx="1065679" cy="4132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 b="1">
                <a:solidFill>
                  <a:srgbClr val="000000"/>
                </a:solidFill>
                <a:latin typeface="SJMBIK+Helvetica-Bold" panose="020B0704020202020204"/>
                <a:cs typeface="SJMBIK+Helvetica-Bold" panose="020B0704020202020204"/>
              </a:rPr>
              <a:t>Comparing</a:t>
            </a:r>
            <a:endParaRPr sz="1250" b="1">
              <a:solidFill>
                <a:srgbClr val="000000"/>
              </a:solidFill>
              <a:latin typeface="SJMBIK+Helvetica-Bold" panose="020B0704020202020204"/>
              <a:cs typeface="SJMBIK+Helvetica-Bold" panose="020B07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34147" y="3545169"/>
            <a:ext cx="1065679" cy="639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 b="1">
                <a:solidFill>
                  <a:srgbClr val="000000"/>
                </a:solidFill>
                <a:latin typeface="SJMBIK+Helvetica-Bold" panose="020B0704020202020204"/>
                <a:cs typeface="SJMBIK+Helvetica-Bold" panose="020B0704020202020204"/>
              </a:rPr>
              <a:t>Comparing</a:t>
            </a:r>
            <a:endParaRPr sz="1250" b="1">
              <a:solidFill>
                <a:srgbClr val="000000"/>
              </a:solidFill>
              <a:latin typeface="SJMBIK+Helvetica-Bold" panose="020B0704020202020204"/>
              <a:cs typeface="SJMBIK+Helvetica-Bold" panose="020B0704020202020204"/>
            </a:endParaRPr>
          </a:p>
          <a:p>
            <a:pPr marL="60960" marR="0">
              <a:lnSpc>
                <a:spcPts val="1380"/>
              </a:lnSpc>
              <a:spcBef>
                <a:spcPts val="405"/>
              </a:spcBef>
              <a:spcAft>
                <a:spcPct val="0"/>
              </a:spcAft>
            </a:pPr>
            <a:r>
              <a:rPr sz="1250" b="1">
                <a:solidFill>
                  <a:srgbClr val="000000"/>
                </a:solidFill>
                <a:latin typeface="SJMBIK+Helvetica-Bold" panose="020B0704020202020204"/>
                <a:cs typeface="SJMBIK+Helvetica-Bold" panose="020B0704020202020204"/>
              </a:rPr>
              <a:t>heating(i)</a:t>
            </a:r>
            <a:endParaRPr sz="1250" b="1">
              <a:solidFill>
                <a:srgbClr val="000000"/>
              </a:solidFill>
              <a:latin typeface="SJMBIK+Helvetica-Bold" panose="020B0704020202020204"/>
              <a:cs typeface="SJMBIK+Helvetica-Bold" panose="020B07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83029" y="3771656"/>
            <a:ext cx="1231128" cy="4132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 b="1">
                <a:solidFill>
                  <a:srgbClr val="000000"/>
                </a:solidFill>
                <a:latin typeface="SJMBIK+Helvetica-Bold" panose="020B0704020202020204"/>
                <a:cs typeface="SJMBIK+Helvetica-Bold" panose="020B0704020202020204"/>
              </a:rPr>
              <a:t>not heating(i)</a:t>
            </a:r>
            <a:endParaRPr sz="1250" b="1">
              <a:solidFill>
                <a:srgbClr val="000000"/>
              </a:solidFill>
              <a:latin typeface="SJMBIK+Helvetica-Bold" panose="020B0704020202020204"/>
              <a:cs typeface="SJMBIK+Helvetica-Bold" panose="020B07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76503" y="4259468"/>
            <a:ext cx="603936" cy="4132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IMQNQT+Helvetica" panose="020B0604020202020204"/>
                <a:cs typeface="IMQNQT+Helvetica" panose="020B0604020202020204"/>
              </a:rPr>
              <a:t>OK(i)</a:t>
            </a:r>
            <a:endParaRPr sz="1250">
              <a:solidFill>
                <a:srgbClr val="000000"/>
              </a:solidFill>
              <a:latin typeface="IMQNQT+Helvetica" panose="020B0604020202020204"/>
              <a:cs typeface="IMQNQT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21578" y="4520809"/>
            <a:ext cx="961121" cy="4132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 b="1">
                <a:solidFill>
                  <a:srgbClr val="000000"/>
                </a:solidFill>
                <a:latin typeface="SJMBIK+Helvetica-Bold" panose="020B0704020202020204"/>
                <a:cs typeface="SJMBIK+Helvetica-Bold" panose="020B0704020202020204"/>
              </a:rPr>
              <a:t>Heating(i)</a:t>
            </a:r>
            <a:endParaRPr sz="1250" b="1">
              <a:solidFill>
                <a:srgbClr val="000000"/>
              </a:solidFill>
              <a:latin typeface="SJMBIK+Helvetica-Bold" panose="020B0704020202020204"/>
              <a:cs typeface="SJMBIK+Helvetica-Bold" panose="020B07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39451" y="4607918"/>
            <a:ext cx="1853667" cy="4132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IMQNQT+Helvetica" panose="020B0604020202020204"/>
                <a:cs typeface="IMQNQT+Helvetica" panose="020B0604020202020204"/>
              </a:rPr>
              <a:t>too cold(i) / switch on(i)</a:t>
            </a:r>
            <a:endParaRPr sz="1250">
              <a:solidFill>
                <a:srgbClr val="000000"/>
              </a:solidFill>
              <a:latin typeface="IMQNQT+Helvetica" panose="020B0604020202020204"/>
              <a:cs typeface="IMQNQT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50211" y="4660178"/>
            <a:ext cx="760863" cy="4132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IMQNQT+Helvetica" panose="020B0604020202020204"/>
                <a:cs typeface="IMQNQT+Helvetica" panose="020B0604020202020204"/>
              </a:rPr>
              <a:t>stop(i) /</a:t>
            </a:r>
            <a:endParaRPr sz="1250">
              <a:solidFill>
                <a:srgbClr val="000000"/>
              </a:solidFill>
              <a:latin typeface="IMQNQT+Helvetica" panose="020B0604020202020204"/>
              <a:cs typeface="IMQNQT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10044" y="4816973"/>
            <a:ext cx="2364687" cy="4132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IMQNQT+Helvetica" panose="020B0604020202020204"/>
                <a:cs typeface="IMQNQT+Helvetica" panose="020B0604020202020204"/>
              </a:rPr>
              <a:t>after(60 secs) / T: Compare(i)</a:t>
            </a:r>
            <a:endParaRPr sz="1250">
              <a:solidFill>
                <a:srgbClr val="000000"/>
              </a:solidFill>
              <a:latin typeface="IMQNQT+Helvetica" panose="020B0604020202020204"/>
              <a:cs typeface="IMQNQT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50211" y="4886664"/>
            <a:ext cx="1030897" cy="4132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8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IMQNQT+Helvetica" panose="020B0604020202020204"/>
                <a:cs typeface="IMQNQT+Helvetica" panose="020B0604020202020204"/>
              </a:rPr>
              <a:t>switch off(i)</a:t>
            </a:r>
            <a:endParaRPr sz="1250">
              <a:solidFill>
                <a:srgbClr val="000000"/>
              </a:solidFill>
              <a:latin typeface="IMQNQT+Helvetica" panose="020B0604020202020204"/>
              <a:cs typeface="IMQNQT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54580" y="5449290"/>
            <a:ext cx="3952508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IKWMW+CMSY10~25" panose="02000500000000000000"/>
                <a:cs typeface="TIKWMW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AHTTJ+CMR10" panose="02000500000000000000"/>
                <a:cs typeface="BAHTTJ+CMR10" panose="02000500000000000000"/>
              </a:rPr>
              <a:t>Interface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BAHTTJ+CMR10" panose="02000500000000000000"/>
                <a:cs typeface="BAHTTJ+CMR10" panose="02000500000000000000"/>
              </a:rPr>
              <a:t>must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AHTTJ+CMR10" panose="02000500000000000000"/>
                <a:cs typeface="BAHTTJ+CMR10" panose="02000500000000000000"/>
              </a:rPr>
              <a:t>match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BAHTTJ+CMR10" panose="02000500000000000000"/>
                <a:cs typeface="BAHTTJ+CMR10" panose="02000500000000000000"/>
              </a:rPr>
              <a:t>DFD.</a:t>
            </a:r>
            <a:endParaRPr sz="2050" spc="15">
              <a:solidFill>
                <a:srgbClr val="000000"/>
              </a:solidFill>
              <a:latin typeface="BAHTTJ+CMR10" panose="02000500000000000000"/>
              <a:cs typeface="BAHTTJ+CMR10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54590" y="5967449"/>
            <a:ext cx="823789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IKWMW+CMSY10~25" panose="02000500000000000000"/>
                <a:cs typeface="TIKWMW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BAHTTJ+CMR10" panose="02000500000000000000"/>
                <a:cs typeface="BAHTTJ+CMR10" panose="02000500000000000000"/>
              </a:rPr>
              <a:t>Yourdon</a:t>
            </a:r>
            <a:r>
              <a:rPr sz="2050" spc="2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AHTTJ+CMR10" panose="02000500000000000000"/>
                <a:cs typeface="BAHTTJ+CMR10" panose="02000500000000000000"/>
              </a:rPr>
              <a:t>only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AHTTJ+CMR10" panose="02000500000000000000"/>
                <a:cs typeface="BAHTTJ+CMR10" panose="02000500000000000000"/>
              </a:rPr>
              <a:t>allows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AHTTJ+CMR10" panose="02000500000000000000"/>
                <a:cs typeface="BAHTTJ+CMR10" panose="02000500000000000000"/>
              </a:rPr>
              <a:t>Mealy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AHTTJ+CMR10" panose="02000500000000000000"/>
                <a:cs typeface="BAHTTJ+CMR10" panose="02000500000000000000"/>
              </a:rPr>
              <a:t>diagrams.</a:t>
            </a:r>
            <a:r>
              <a:rPr sz="2050" spc="4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51">
                <a:solidFill>
                  <a:srgbClr val="000000"/>
                </a:solidFill>
                <a:latin typeface="BAHTTJ+CMR10" panose="02000500000000000000"/>
                <a:cs typeface="BAHTTJ+CMR10" panose="02000500000000000000"/>
              </a:rPr>
              <a:t>We</a:t>
            </a:r>
            <a:r>
              <a:rPr sz="2050" spc="3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AHTTJ+CMR10" panose="02000500000000000000"/>
                <a:cs typeface="BAHTTJ+CMR10" panose="02000500000000000000"/>
              </a:rPr>
              <a:t>allow</a:t>
            </a:r>
            <a:r>
              <a:rPr sz="2050" spc="2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BAHTTJ+CMR10" panose="02000500000000000000"/>
                <a:cs typeface="BAHTTJ+CMR10" panose="02000500000000000000"/>
              </a:rPr>
              <a:t>any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AHTTJ+CMR10" panose="02000500000000000000"/>
                <a:cs typeface="BAHTTJ+CMR10" panose="02000500000000000000"/>
              </a:rPr>
              <a:t>STT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AHTTJ+CMR10" panose="02000500000000000000"/>
                <a:cs typeface="BAHTTJ+CMR10" panose="02000500000000000000"/>
              </a:rPr>
              <a:t>or</a:t>
            </a:r>
            <a:endParaRPr sz="2050">
              <a:solidFill>
                <a:srgbClr val="000000"/>
              </a:solidFill>
              <a:latin typeface="BAHTTJ+CMR10" panose="02000500000000000000"/>
              <a:cs typeface="BAHTTJ+CMR10" panose="0200050000000000000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16698" y="6339307"/>
            <a:ext cx="99932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3">
                <a:solidFill>
                  <a:srgbClr val="000000"/>
                </a:solidFill>
                <a:latin typeface="BAHTTJ+CMR10" panose="02000500000000000000"/>
                <a:cs typeface="BAHTTJ+CMR10" panose="02000500000000000000"/>
              </a:rPr>
              <a:t>STD.</a:t>
            </a:r>
            <a:endParaRPr sz="2050" spc="13">
              <a:solidFill>
                <a:srgbClr val="000000"/>
              </a:solidFill>
              <a:latin typeface="BAHTTJ+CMR10" panose="02000500000000000000"/>
              <a:cs typeface="BAHTTJ+CMR10" panose="0200050000000000000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OKDRIN+CMR7" panose="02000500000000000000"/>
                <a:cs typeface="OKDRIN+CMR7" panose="02000500000000000000"/>
              </a:rPr>
              <a:t>263</a:t>
            </a:r>
            <a:endParaRPr sz="1450">
              <a:solidFill>
                <a:srgbClr val="000000"/>
              </a:solidFill>
              <a:latin typeface="OKDRIN+CMR7" panose="02000500000000000000"/>
              <a:cs typeface="OKDRIN+CMR7" panose="02000500000000000000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606849"/>
            <a:ext cx="3571248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8">
                <a:solidFill>
                  <a:srgbClr val="000000"/>
                </a:solidFill>
                <a:latin typeface="PUWKWW+CMBX12~c" panose="02000500000000000000"/>
                <a:cs typeface="PUWKWW+CMBX12~c" panose="02000500000000000000"/>
              </a:rPr>
              <a:t>Parametrized</a:t>
            </a:r>
            <a:r>
              <a:rPr sz="2500" spc="3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9">
                <a:solidFill>
                  <a:srgbClr val="000000"/>
                </a:solidFill>
                <a:latin typeface="PUWKWW+CMBX12~c" panose="02000500000000000000"/>
                <a:cs typeface="PUWKWW+CMBX12~c" panose="02000500000000000000"/>
              </a:rPr>
              <a:t>DFDs</a:t>
            </a:r>
            <a:endParaRPr sz="2500" spc="-19">
              <a:solidFill>
                <a:srgbClr val="000000"/>
              </a:solidFill>
              <a:latin typeface="PUWKWW+CMBX12~c" panose="02000500000000000000"/>
              <a:cs typeface="PUWKWW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3073373"/>
            <a:ext cx="821509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3">
                <a:solidFill>
                  <a:srgbClr val="000000"/>
                </a:solidFill>
                <a:latin typeface="AABRLT+CMR10" panose="02000500000000000000"/>
                <a:cs typeface="AABRLT+CMR10" panose="02000500000000000000"/>
              </a:rPr>
              <a:t>DFD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ABRLT+CMR10" panose="02000500000000000000"/>
                <a:cs typeface="AABRLT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ABRLT+CMR10" panose="02000500000000000000"/>
                <a:cs typeface="AABRLT+CMR10" panose="02000500000000000000"/>
              </a:rPr>
              <a:t>instance-level</a:t>
            </a:r>
            <a:r>
              <a:rPr sz="2050" spc="1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ABRLT+CMR10" panose="02000500000000000000"/>
                <a:cs typeface="AABRLT+CMR10" panose="02000500000000000000"/>
              </a:rPr>
              <a:t>diagram.</a:t>
            </a:r>
            <a:r>
              <a:rPr sz="2050" spc="4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0">
                <a:solidFill>
                  <a:srgbClr val="000000"/>
                </a:solidFill>
                <a:latin typeface="AABRLT+CMR10" panose="02000500000000000000"/>
                <a:cs typeface="AABRLT+CMR10" panose="02000500000000000000"/>
              </a:rPr>
              <a:t>To</a:t>
            </a:r>
            <a:r>
              <a:rPr sz="2050" spc="3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ABRLT+CMR10" panose="02000500000000000000"/>
                <a:cs typeface="AABRLT+CMR10" panose="02000500000000000000"/>
              </a:rPr>
              <a:t>simulate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ABRLT+CMR10" panose="02000500000000000000"/>
                <a:cs typeface="AABRLT+CMR10" panose="02000500000000000000"/>
              </a:rPr>
              <a:t>types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ABRLT+CMR10" panose="02000500000000000000"/>
                <a:cs typeface="AABRLT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ABRLT+CMR10" panose="02000500000000000000"/>
                <a:cs typeface="AABRLT+CMR10" panose="02000500000000000000"/>
              </a:rPr>
              <a:t>elements:</a:t>
            </a:r>
            <a:endParaRPr sz="2050">
              <a:solidFill>
                <a:srgbClr val="000000"/>
              </a:solidFill>
              <a:latin typeface="AABRLT+CMR10" panose="02000500000000000000"/>
              <a:cs typeface="AABRLT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86" y="3591535"/>
            <a:ext cx="8503978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DCUWA+CMSY10~25" panose="02000500000000000000"/>
                <a:cs typeface="TDCUWA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AABRLT+CMR10" panose="02000500000000000000"/>
                <a:cs typeface="AABRLT+CMR10" panose="02000500000000000000"/>
              </a:rPr>
              <a:t>Process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ABRLT+CMR10" panose="02000500000000000000"/>
                <a:cs typeface="AABRLT+CMR10" panose="02000500000000000000"/>
              </a:rPr>
              <a:t>names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ABRLT+CMR10" panose="02000500000000000000"/>
                <a:cs typeface="AABRLT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ABRLT+CMR10" panose="02000500000000000000"/>
                <a:cs typeface="AABRLT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ABRLT+CMR10" panose="02000500000000000000"/>
                <a:cs typeface="AABRLT+CMR10" panose="02000500000000000000"/>
              </a:rPr>
              <a:t>diagram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ABRLT+CMR10" panose="02000500000000000000"/>
                <a:cs typeface="AABRLT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AABRLT+CMR10" panose="02000500000000000000"/>
                <a:cs typeface="AABRLT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ABRLT+CMR10" panose="02000500000000000000"/>
                <a:cs typeface="AABRLT+CMR10" panose="02000500000000000000"/>
              </a:rPr>
              <a:t>parametrized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AABRLT+CMR10" panose="02000500000000000000"/>
                <a:cs typeface="AABRLT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ABRLT+CMR10" panose="02000500000000000000"/>
                <a:cs typeface="AABRLT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AABRLT+CMR10" panose="02000500000000000000"/>
                <a:cs typeface="AABRLT+CMR10" panose="02000500000000000000"/>
              </a:rPr>
              <a:t>process</a:t>
            </a:r>
            <a:endParaRPr sz="2050" spc="19">
              <a:solidFill>
                <a:srgbClr val="000000"/>
              </a:solidFill>
              <a:latin typeface="AABRLT+CMR10" panose="02000500000000000000"/>
              <a:cs typeface="AABRLT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726" y="3963393"/>
            <a:ext cx="148295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ABRLT+CMR10" panose="02000500000000000000"/>
                <a:cs typeface="AABRLT+CMR10" panose="02000500000000000000"/>
              </a:rPr>
              <a:t>identiﬁer.</a:t>
            </a:r>
            <a:endParaRPr sz="2050">
              <a:solidFill>
                <a:srgbClr val="000000"/>
              </a:solidFill>
              <a:latin typeface="AABRLT+CMR10" panose="02000500000000000000"/>
              <a:cs typeface="AABRLT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597" y="4481555"/>
            <a:ext cx="8357741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DCUWA+CMSY10~25" panose="02000500000000000000"/>
                <a:cs typeface="TDCUWA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ABRLT+CMR10" panose="02000500000000000000"/>
                <a:cs typeface="AABRLT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ABRLT+CMR10" panose="02000500000000000000"/>
                <a:cs typeface="AABRLT+CMR10" panose="02000500000000000000"/>
              </a:rPr>
              <a:t>causes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ABRLT+CMR10" panose="02000500000000000000"/>
                <a:cs typeface="AABRLT+CMR10" panose="02000500000000000000"/>
              </a:rPr>
              <a:t>some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AABRLT+CMR10" panose="02000500000000000000"/>
                <a:cs typeface="AABRLT+CMR10" panose="02000500000000000000"/>
              </a:rPr>
              <a:t>ﬂow</a:t>
            </a:r>
            <a:r>
              <a:rPr sz="2050" spc="1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ABRLT+CMR10" panose="02000500000000000000"/>
                <a:cs typeface="AABRLT+CMR10" panose="02000500000000000000"/>
              </a:rPr>
              <a:t>names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ABRLT+CMR10" panose="02000500000000000000"/>
                <a:cs typeface="AABRLT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ABRLT+CMR10" panose="02000500000000000000"/>
                <a:cs typeface="AABRLT+CMR10" panose="02000500000000000000"/>
              </a:rPr>
              <a:t>contain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AABRLT+CMR10" panose="02000500000000000000"/>
                <a:cs typeface="AABRLT+CMR10" panose="02000500000000000000"/>
              </a:rPr>
              <a:t>process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ABRLT+CMR10" panose="02000500000000000000"/>
                <a:cs typeface="AABRLT+CMR10" panose="02000500000000000000"/>
              </a:rPr>
              <a:t>identiﬁers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ABRLT+CMR10" panose="02000500000000000000"/>
                <a:cs typeface="AABRLT+CMR10" panose="02000500000000000000"/>
              </a:rPr>
              <a:t>as</a:t>
            </a:r>
            <a:endParaRPr sz="2050">
              <a:solidFill>
                <a:srgbClr val="000000"/>
              </a:solidFill>
              <a:latin typeface="AABRLT+CMR10" panose="02000500000000000000"/>
              <a:cs typeface="AABRLT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6740" y="4853411"/>
            <a:ext cx="91456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ABRLT+CMR10" panose="02000500000000000000"/>
                <a:cs typeface="AABRLT+CMR10" panose="02000500000000000000"/>
              </a:rPr>
              <a:t>well.</a:t>
            </a:r>
            <a:endParaRPr sz="2050">
              <a:solidFill>
                <a:srgbClr val="000000"/>
              </a:solidFill>
              <a:latin typeface="AABRLT+CMR10" panose="02000500000000000000"/>
              <a:cs typeface="AABRLT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LGHJBS+CMR7" panose="02000500000000000000"/>
                <a:cs typeface="LGHJBS+CMR7" panose="02000500000000000000"/>
              </a:rPr>
              <a:t>264</a:t>
            </a:r>
            <a:endParaRPr sz="1450">
              <a:solidFill>
                <a:srgbClr val="000000"/>
              </a:solidFill>
              <a:latin typeface="LGHJBS+CMR7" panose="02000500000000000000"/>
              <a:cs typeface="LGHJBS+CMR7" panose="02000500000000000000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070401"/>
            <a:ext cx="2342480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4">
                <a:solidFill>
                  <a:srgbClr val="000000"/>
                </a:solidFill>
                <a:latin typeface="RUEOBB+CMBX12~c" panose="02000500000000000000"/>
                <a:cs typeface="RUEOBB+CMBX12~c" panose="02000500000000000000"/>
              </a:rPr>
              <a:t>Main</a:t>
            </a:r>
            <a:r>
              <a:rPr sz="2500" spc="3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RUEOBB+CMBX12~c" panose="02000500000000000000"/>
                <a:cs typeface="RUEOBB+CMBX12~c" panose="02000500000000000000"/>
              </a:rPr>
              <a:t>points</a:t>
            </a:r>
            <a:endParaRPr sz="2500" spc="-12">
              <a:solidFill>
                <a:srgbClr val="000000"/>
              </a:solidFill>
              <a:latin typeface="RUEOBB+CMBX12~c" panose="02000500000000000000"/>
              <a:cs typeface="RUEOBB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2570454"/>
            <a:ext cx="8319673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CLOCI+CMSY10~25" panose="02000500000000000000"/>
                <a:cs typeface="TCLOC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DLHQTQ+CMR10" panose="02000500000000000000"/>
                <a:cs typeface="DLHQTQ+CMR10" panose="02000500000000000000"/>
              </a:rPr>
              <a:t>DFDs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DLHQTQ+CMR10" panose="02000500000000000000"/>
                <a:cs typeface="DLHQTQ+CMR10" panose="02000500000000000000"/>
              </a:rPr>
              <a:t>model</a:t>
            </a:r>
            <a:r>
              <a:rPr sz="2050" spc="14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LHQTQ+CMR10" panose="02000500000000000000"/>
                <a:cs typeface="DLHQTQ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LHQTQ+CMR10" panose="02000500000000000000"/>
                <a:cs typeface="DLHQTQ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LHQTQ+CMR10" panose="02000500000000000000"/>
                <a:cs typeface="DLHQTQ+CMR10" panose="02000500000000000000"/>
              </a:rPr>
              <a:t>as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LHQTQ+CMR10" panose="02000500000000000000"/>
                <a:cs typeface="DLHQTQ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LHQTQ+CMR10" panose="02000500000000000000"/>
                <a:cs typeface="DLHQTQ+CMR10" panose="02000500000000000000"/>
              </a:rPr>
              <a:t>collection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LHQTQ+CMR10" panose="02000500000000000000"/>
                <a:cs typeface="DLHQTQ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LHQTQ+CMR10" panose="02000500000000000000"/>
                <a:cs typeface="DLHQTQ+CMR10" panose="02000500000000000000"/>
              </a:rPr>
              <a:t>communicating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LHQTQ+CMR10" panose="02000500000000000000"/>
                <a:cs typeface="DLHQTQ+CMR10" panose="02000500000000000000"/>
              </a:rPr>
              <a:t>data</a:t>
            </a:r>
            <a:endParaRPr sz="2050">
              <a:solidFill>
                <a:srgbClr val="000000"/>
              </a:solidFill>
              <a:latin typeface="DLHQTQ+CMR10" panose="02000500000000000000"/>
              <a:cs typeface="DLHQTQ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711" y="2942312"/>
            <a:ext cx="2768293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LHQTQ+CMR10" panose="02000500000000000000"/>
                <a:cs typeface="DLHQTQ+CMR10" panose="02000500000000000000"/>
              </a:rPr>
              <a:t>stores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DLHQTQ+CMR10" panose="02000500000000000000"/>
                <a:cs typeface="DLHQTQ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6">
                <a:solidFill>
                  <a:srgbClr val="000000"/>
                </a:solidFill>
                <a:latin typeface="DLHQTQ+CMR10" panose="02000500000000000000"/>
                <a:cs typeface="DLHQTQ+CMR10" panose="02000500000000000000"/>
              </a:rPr>
              <a:t>processes.</a:t>
            </a:r>
            <a:endParaRPr sz="2050" spc="16">
              <a:solidFill>
                <a:srgbClr val="000000"/>
              </a:solidFill>
              <a:latin typeface="DLHQTQ+CMR10" panose="02000500000000000000"/>
              <a:cs typeface="DLHQTQ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82" y="3460474"/>
            <a:ext cx="7840309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CLOCI+CMSY10~25" panose="02000500000000000000"/>
                <a:cs typeface="TCLOC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8">
                <a:solidFill>
                  <a:srgbClr val="000000"/>
                </a:solidFill>
                <a:latin typeface="DLHQTQ+CMR10" panose="02000500000000000000"/>
                <a:cs typeface="DLHQTQ+CMR10" panose="02000500000000000000"/>
              </a:rPr>
              <a:t>Various</a:t>
            </a:r>
            <a:r>
              <a:rPr sz="20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DLHQTQ+CMR10" panose="02000500000000000000"/>
                <a:cs typeface="DLHQTQ+CMR10" panose="02000500000000000000"/>
              </a:rPr>
              <a:t>kinds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LHQTQ+CMR10" panose="02000500000000000000"/>
                <a:cs typeface="DLHQTQ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6">
                <a:solidFill>
                  <a:srgbClr val="000000"/>
                </a:solidFill>
                <a:latin typeface="DLHQTQ+CMR10" panose="02000500000000000000"/>
                <a:cs typeface="DLHQTQ+CMR10" panose="02000500000000000000"/>
              </a:rPr>
              <a:t>processes,</a:t>
            </a:r>
            <a:r>
              <a:rPr sz="2050" spc="1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DLHQTQ+CMR10" panose="02000500000000000000"/>
                <a:cs typeface="DLHQTQ+CMR10" panose="02000500000000000000"/>
              </a:rPr>
              <a:t>depending</a:t>
            </a:r>
            <a:r>
              <a:rPr sz="2050" spc="1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DLHQTQ+CMR10" panose="02000500000000000000"/>
                <a:cs typeface="DLHQTQ+CMR10" panose="02000500000000000000"/>
              </a:rPr>
              <a:t>upon</a:t>
            </a:r>
            <a:r>
              <a:rPr sz="2050" spc="1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DLHQTQ+CMR10" panose="02000500000000000000"/>
                <a:cs typeface="DLHQTQ+CMR10" panose="02000500000000000000"/>
              </a:rPr>
              <a:t>how</a:t>
            </a:r>
            <a:r>
              <a:rPr sz="2050" spc="2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DLHQTQ+CMR10" panose="02000500000000000000"/>
                <a:cs typeface="DLHQTQ+CMR10" panose="02000500000000000000"/>
              </a:rPr>
              <a:t>they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LHQTQ+CMR10" panose="02000500000000000000"/>
                <a:cs typeface="DLHQTQ+CMR10" panose="02000500000000000000"/>
              </a:rPr>
              <a:t>are</a:t>
            </a:r>
            <a:endParaRPr sz="2050">
              <a:solidFill>
                <a:srgbClr val="000000"/>
              </a:solidFill>
              <a:latin typeface="DLHQTQ+CMR10" panose="02000500000000000000"/>
              <a:cs typeface="DLHQTQ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721" y="3832332"/>
            <a:ext cx="1437569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9">
                <a:solidFill>
                  <a:srgbClr val="000000"/>
                </a:solidFill>
                <a:latin typeface="DLHQTQ+CMR10" panose="02000500000000000000"/>
                <a:cs typeface="DLHQTQ+CMR10" panose="02000500000000000000"/>
              </a:rPr>
              <a:t>speciﬁed.</a:t>
            </a:r>
            <a:endParaRPr sz="2050" spc="19">
              <a:solidFill>
                <a:srgbClr val="000000"/>
              </a:solidFill>
              <a:latin typeface="DLHQTQ+CMR10" panose="02000500000000000000"/>
              <a:cs typeface="DLHQTQ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592" y="4350494"/>
            <a:ext cx="7049552" cy="19345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CLOCI+CMSY10~25" panose="02000500000000000000"/>
                <a:cs typeface="TCLOC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DLHQTQ+CMR10" panose="02000500000000000000"/>
                <a:cs typeface="DLHQTQ+CMR10" panose="02000500000000000000"/>
              </a:rPr>
              <a:t>DFDs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DLHQTQ+CMR10" panose="02000500000000000000"/>
                <a:cs typeface="DLHQTQ+CMR10" panose="02000500000000000000"/>
              </a:rPr>
              <a:t>can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DLHQTQ+CMR10" panose="02000500000000000000"/>
                <a:cs typeface="DLHQTQ+CMR10" panose="02000500000000000000"/>
              </a:rPr>
              <a:t>be</a:t>
            </a:r>
            <a:r>
              <a:rPr sz="2050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LHQTQ+CMR10" panose="02000500000000000000"/>
                <a:cs typeface="DLHQTQ+CMR10" panose="02000500000000000000"/>
              </a:rPr>
              <a:t>hierarchical.</a:t>
            </a:r>
            <a:endParaRPr sz="2050">
              <a:solidFill>
                <a:srgbClr val="000000"/>
              </a:solidFill>
              <a:latin typeface="DLHQTQ+CMR10" panose="02000500000000000000"/>
              <a:cs typeface="DLHQTQ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50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CLOCI+CMSY10~25" panose="02000500000000000000"/>
                <a:cs typeface="TCLOC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DLHQTQ+CMR10" panose="02000500000000000000"/>
                <a:cs typeface="DLHQTQ+CMR10" panose="02000500000000000000"/>
              </a:rPr>
              <a:t>Detailed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LHQTQ+CMR10" panose="02000500000000000000"/>
                <a:cs typeface="DLHQTQ+CMR10" panose="02000500000000000000"/>
              </a:rPr>
              <a:t>information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DLHQTQ+CMR10" panose="02000500000000000000"/>
                <a:cs typeface="DLHQTQ+CMR10" panose="02000500000000000000"/>
              </a:rPr>
              <a:t>about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DLHQTQ+CMR10" panose="02000500000000000000"/>
                <a:cs typeface="DLHQTQ+CMR10" panose="02000500000000000000"/>
              </a:rPr>
              <a:t>ﬂows</a:t>
            </a:r>
            <a:r>
              <a:rPr sz="2050" spc="2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DLHQTQ+CMR10" panose="02000500000000000000"/>
                <a:cs typeface="DLHQTQ+CMR10" panose="02000500000000000000"/>
              </a:rPr>
              <a:t>can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DLHQTQ+CMR10" panose="02000500000000000000"/>
                <a:cs typeface="DLHQTQ+CMR10" panose="02000500000000000000"/>
              </a:rPr>
              <a:t>be</a:t>
            </a:r>
            <a:r>
              <a:rPr sz="2050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DLHQTQ+CMR10" panose="02000500000000000000"/>
                <a:cs typeface="DLHQTQ+CMR10" panose="02000500000000000000"/>
              </a:rPr>
              <a:t>expressed.</a:t>
            </a:r>
            <a:endParaRPr sz="2050" spc="10">
              <a:solidFill>
                <a:srgbClr val="000000"/>
              </a:solidFill>
              <a:latin typeface="DLHQTQ+CMR10" panose="02000500000000000000"/>
              <a:cs typeface="DLHQTQ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CLOCI+CMSY10~25" panose="02000500000000000000"/>
                <a:cs typeface="TCLOC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LHQTQ+CMR10" panose="02000500000000000000"/>
                <a:cs typeface="DLHQTQ+CMR10" panose="02000500000000000000"/>
              </a:rPr>
              <a:t>Instance-level</a:t>
            </a:r>
            <a:r>
              <a:rPr sz="2050" spc="1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LHQTQ+CMR10" panose="02000500000000000000"/>
                <a:cs typeface="DLHQTQ+CMR10" panose="02000500000000000000"/>
              </a:rPr>
              <a:t>notation.</a:t>
            </a:r>
            <a:endParaRPr sz="2050">
              <a:solidFill>
                <a:srgbClr val="000000"/>
              </a:solidFill>
              <a:latin typeface="DLHQTQ+CMR10" panose="02000500000000000000"/>
              <a:cs typeface="DLHQTQ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NGCLGM+CMR7" panose="02000500000000000000"/>
                <a:cs typeface="NGCLGM+CMR7" panose="02000500000000000000"/>
              </a:rPr>
              <a:t>265</a:t>
            </a:r>
            <a:endParaRPr sz="1450">
              <a:solidFill>
                <a:srgbClr val="000000"/>
              </a:solidFill>
              <a:latin typeface="NGCLGM+CMR7" panose="02000500000000000000"/>
              <a:cs typeface="NGCLGM+CMR7" panose="02000500000000000000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15997" y="1364789"/>
            <a:ext cx="6926697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GGPWDH+CMBX12~c" panose="02000500000000000000"/>
                <a:cs typeface="GGPWDH+CMBX12~c" panose="02000500000000000000"/>
              </a:rPr>
              <a:t>Chapter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GGPWDH+CMBX12~c" panose="02000500000000000000"/>
                <a:cs typeface="GGPWDH+CMBX12~c" panose="02000500000000000000"/>
              </a:rPr>
              <a:t>16.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8">
                <a:solidFill>
                  <a:srgbClr val="000000"/>
                </a:solidFill>
                <a:latin typeface="GGPWDH+CMBX12~c" panose="02000500000000000000"/>
                <a:cs typeface="GGPWDH+CMBX12~c" panose="02000500000000000000"/>
              </a:rPr>
              <a:t>Communication</a:t>
            </a:r>
            <a:r>
              <a:rPr sz="2500" spc="3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GGPWDH+CMBX12~c" panose="02000500000000000000"/>
                <a:cs typeface="GGPWDH+CMBX12~c" panose="02000500000000000000"/>
              </a:rPr>
              <a:t>Diagrams</a:t>
            </a:r>
            <a:endParaRPr sz="2500" spc="-12">
              <a:solidFill>
                <a:srgbClr val="000000"/>
              </a:solidFill>
              <a:latin typeface="GGPWDH+CMBX12~c" panose="02000500000000000000"/>
              <a:cs typeface="GGPWDH+CMBX12~c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2361" y="2011924"/>
            <a:ext cx="1193481" cy="1192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15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JTLWG+Helvetica" panose="020B0604020202020204"/>
                <a:cs typeface="AJTLWG+Helvetica" panose="020B0604020202020204"/>
              </a:rPr>
              <a:t>Data</a:t>
            </a:r>
            <a:endParaRPr sz="1800">
              <a:solidFill>
                <a:srgbClr val="000000"/>
              </a:solidFill>
              <a:latin typeface="AJTLWG+Helvetica" panose="020B0604020202020204"/>
              <a:cs typeface="AJTLWG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JTLWG+Helvetica" panose="020B0604020202020204"/>
                <a:cs typeface="AJTLWG+Helvetica" panose="020B0604020202020204"/>
              </a:rPr>
              <a:t>transfor-</a:t>
            </a:r>
            <a:endParaRPr sz="1800">
              <a:solidFill>
                <a:srgbClr val="000000"/>
              </a:solidFill>
              <a:latin typeface="AJTLWG+Helvetica" panose="020B0604020202020204"/>
              <a:cs typeface="AJTLWG+Helvetica" panose="020B0604020202020204"/>
            </a:endParaRPr>
          </a:p>
          <a:p>
            <a:pPr marL="8255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JTLWG+Helvetica" panose="020B0604020202020204"/>
                <a:cs typeface="AJTLWG+Helvetica" panose="020B0604020202020204"/>
              </a:rPr>
              <a:t>mation</a:t>
            </a:r>
            <a:endParaRPr sz="1800">
              <a:solidFill>
                <a:srgbClr val="000000"/>
              </a:solidFill>
              <a:latin typeface="AJTLWG+Helvetica" panose="020B0604020202020204"/>
              <a:cs typeface="AJTLWG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54586" y="2171842"/>
            <a:ext cx="1625074" cy="598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JTLWG+Helvetica" panose="020B0604020202020204"/>
                <a:cs typeface="AJTLWG+Helvetica" panose="020B0604020202020204"/>
              </a:rPr>
              <a:t>(Sub)system</a:t>
            </a:r>
            <a:endParaRPr sz="1800">
              <a:solidFill>
                <a:srgbClr val="000000"/>
              </a:solidFill>
              <a:latin typeface="AJTLWG+Helvetica" panose="020B0604020202020204"/>
              <a:cs typeface="AJTLWG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92783" y="2171842"/>
            <a:ext cx="1003174" cy="895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JTLWG+Helvetica" panose="020B0604020202020204"/>
                <a:cs typeface="AJTLWG+Helvetica" panose="020B0604020202020204"/>
              </a:rPr>
              <a:t>Object</a:t>
            </a:r>
            <a:endParaRPr sz="1800">
              <a:solidFill>
                <a:srgbClr val="000000"/>
              </a:solidFill>
              <a:latin typeface="AJTLWG+Helvetica" panose="020B0604020202020204"/>
              <a:cs typeface="AJTLWG+Helvetica" panose="020B0604020202020204"/>
            </a:endParaRPr>
          </a:p>
          <a:p>
            <a:pPr marL="6985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JTLWG+Helvetica" panose="020B0604020202020204"/>
                <a:cs typeface="AJTLWG+Helvetica" panose="020B0604020202020204"/>
              </a:rPr>
              <a:t>class</a:t>
            </a:r>
            <a:endParaRPr sz="1800">
              <a:solidFill>
                <a:srgbClr val="000000"/>
              </a:solidFill>
              <a:latin typeface="AJTLWG+Helvetica" panose="020B0604020202020204"/>
              <a:cs typeface="AJTLWG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49396" y="2308913"/>
            <a:ext cx="2393109" cy="598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JTLWG+Helvetica" panose="020B0604020202020204"/>
                <a:cs typeface="AJTLWG+Helvetica" panose="020B0604020202020204"/>
              </a:rPr>
              <a:t>Variable</a:t>
            </a:r>
            <a:r>
              <a:rPr sz="1800" spc="13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>
                <a:solidFill>
                  <a:srgbClr val="000000"/>
                </a:solidFill>
                <a:latin typeface="AJTLWG+Helvetica" panose="020B0604020202020204"/>
                <a:cs typeface="AJTLWG+Helvetica" panose="020B0604020202020204"/>
              </a:rPr>
              <a:t>Database</a:t>
            </a:r>
            <a:endParaRPr sz="1800">
              <a:solidFill>
                <a:srgbClr val="000000"/>
              </a:solidFill>
              <a:latin typeface="AJTLWG+Helvetica" panose="020B0604020202020204"/>
              <a:cs typeface="AJTLWG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50493" y="2308784"/>
            <a:ext cx="1003174" cy="598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u="sng">
                <a:solidFill>
                  <a:srgbClr val="000000"/>
                </a:solidFill>
                <a:latin typeface="AJTLWG+Helvetica" panose="020B0604020202020204"/>
                <a:cs typeface="AJTLWG+Helvetica" panose="020B0604020202020204"/>
              </a:rPr>
              <a:t>Object</a:t>
            </a:r>
            <a:endParaRPr sz="1800" u="sng">
              <a:solidFill>
                <a:srgbClr val="000000"/>
              </a:solidFill>
              <a:latin typeface="AJTLWG+Helvetica" panose="020B0604020202020204"/>
              <a:cs typeface="AJTLWG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28929" y="2468837"/>
            <a:ext cx="476315" cy="598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JTLWG+Helvetica" panose="020B0604020202020204"/>
                <a:cs typeface="AJTLWG+Helvetica" panose="020B0604020202020204"/>
              </a:rPr>
              <a:t>&gt;</a:t>
            </a:r>
            <a:endParaRPr sz="1800">
              <a:solidFill>
                <a:srgbClr val="000000"/>
              </a:solidFill>
              <a:latin typeface="AJTLWG+Helvetica" panose="020B0604020202020204"/>
              <a:cs typeface="AJTLWG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580" y="3373601"/>
            <a:ext cx="7459574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AVSDP+CMSY10~25" panose="02000500000000000000"/>
                <a:cs typeface="GAVSDP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Diﬀerence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with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DFD: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Type-level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diagram;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more</a:t>
            </a:r>
            <a:r>
              <a:rPr sz="2050" spc="1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icons.</a:t>
            </a:r>
            <a:endParaRPr sz="2050">
              <a:solidFill>
                <a:srgbClr val="000000"/>
              </a:solidFill>
              <a:latin typeface="RAKGQP+CMR10" panose="02000500000000000000"/>
              <a:cs typeface="RAKGQP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4583" y="3891761"/>
            <a:ext cx="8270621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AVSDP+CMSY10~25" panose="02000500000000000000"/>
                <a:cs typeface="GAVSDP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Diﬀerence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between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variable</a:t>
            </a:r>
            <a:r>
              <a:rPr sz="20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database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database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is</a:t>
            </a:r>
            <a:endParaRPr sz="2050">
              <a:solidFill>
                <a:srgbClr val="000000"/>
              </a:solidFill>
              <a:latin typeface="RAKGQP+CMR10" panose="02000500000000000000"/>
              <a:cs typeface="RAKGQP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16702" y="4263619"/>
            <a:ext cx="393762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(viewed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as)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set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instances.</a:t>
            </a:r>
            <a:endParaRPr sz="2050" spc="10">
              <a:solidFill>
                <a:srgbClr val="000000"/>
              </a:solidFill>
              <a:latin typeface="RAKGQP+CMR10" panose="02000500000000000000"/>
              <a:cs typeface="RAKGQP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4572" y="4781781"/>
            <a:ext cx="8611567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AVSDP+CMSY10~25" panose="02000500000000000000"/>
                <a:cs typeface="GAVSDP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5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object</a:t>
            </a:r>
            <a:r>
              <a:rPr sz="2050" spc="1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is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subsystem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not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decomposed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communication</a:t>
            </a:r>
            <a:endParaRPr sz="2050">
              <a:solidFill>
                <a:srgbClr val="000000"/>
              </a:solidFill>
              <a:latin typeface="RAKGQP+CMR10" panose="02000500000000000000"/>
              <a:cs typeface="RAKGQP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16689" y="5153639"/>
            <a:ext cx="1396361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diagram.</a:t>
            </a:r>
            <a:endParaRPr sz="2050">
              <a:solidFill>
                <a:srgbClr val="000000"/>
              </a:solidFill>
              <a:latin typeface="RAKGQP+CMR10" panose="02000500000000000000"/>
              <a:cs typeface="RAKGQP+CMR10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4560" y="5671800"/>
            <a:ext cx="8650923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AVSDP+CMSY10~25" panose="02000500000000000000"/>
                <a:cs typeface="GAVSDP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7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Object</a:t>
            </a:r>
            <a:r>
              <a:rPr sz="2050" spc="1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classes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components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system.</a:t>
            </a:r>
            <a:r>
              <a:rPr sz="2050" spc="3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They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types</a:t>
            </a:r>
            <a:endParaRPr sz="2050" spc="11">
              <a:solidFill>
                <a:srgbClr val="000000"/>
              </a:solidFill>
              <a:latin typeface="RAKGQP+CMR10" panose="02000500000000000000"/>
              <a:cs typeface="RAKGQP+CMR10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16681" y="6043656"/>
            <a:ext cx="271059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such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RAKGQP+CMR10" panose="02000500000000000000"/>
                <a:cs typeface="RAKGQP+CMR10" panose="02000500000000000000"/>
              </a:rPr>
              <a:t>components.</a:t>
            </a:r>
            <a:endParaRPr sz="2050" spc="10">
              <a:solidFill>
                <a:srgbClr val="000000"/>
              </a:solidFill>
              <a:latin typeface="RAKGQP+CMR10" panose="02000500000000000000"/>
              <a:cs typeface="RAKGQP+CMR10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BKCROA+CMR7" panose="02000500000000000000"/>
                <a:cs typeface="BKCROA+CMR7" panose="02000500000000000000"/>
              </a:rPr>
              <a:t>266</a:t>
            </a:r>
            <a:endParaRPr sz="1450">
              <a:solidFill>
                <a:srgbClr val="000000"/>
              </a:solidFill>
              <a:latin typeface="BKCROA+CMR7" panose="02000500000000000000"/>
              <a:cs typeface="BKCROA+CMR7" panose="02000500000000000000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134409"/>
            <a:ext cx="8140422" cy="1163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8">
                <a:solidFill>
                  <a:srgbClr val="000000"/>
                </a:solidFill>
                <a:latin typeface="VMRWCD+CMBX12~c" panose="02000500000000000000"/>
                <a:cs typeface="VMRWCD+CMBX12~c" panose="02000500000000000000"/>
              </a:rPr>
              <a:t>Communication</a:t>
            </a:r>
            <a:r>
              <a:rPr sz="2500" spc="3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VMRWCD+CMBX12~c" panose="02000500000000000000"/>
                <a:cs typeface="VMRWCD+CMBX12~c" panose="02000500000000000000"/>
              </a:rPr>
              <a:t>diagram</a:t>
            </a:r>
            <a:r>
              <a:rPr sz="2500" spc="2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VMRWCD+CMBX12~c" panose="02000500000000000000"/>
                <a:cs typeface="VMRWCD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VMRWCD+CMBX12~c" panose="02000500000000000000"/>
                <a:cs typeface="VMRWCD+CMBX12~c" panose="02000500000000000000"/>
              </a:rPr>
              <a:t>heating</a:t>
            </a:r>
            <a:r>
              <a:rPr sz="2500" spc="3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9">
                <a:solidFill>
                  <a:srgbClr val="000000"/>
                </a:solidFill>
                <a:latin typeface="VMRWCD+CMBX12~c" panose="02000500000000000000"/>
                <a:cs typeface="VMRWCD+CMBX12~c" panose="02000500000000000000"/>
              </a:rPr>
              <a:t>controller</a:t>
            </a:r>
            <a:endParaRPr sz="2500" spc="-19">
              <a:solidFill>
                <a:srgbClr val="000000"/>
              </a:solidFill>
              <a:latin typeface="VMRWCD+CMBX12~c" panose="02000500000000000000"/>
              <a:cs typeface="VMRWCD+CMBX12~c" panose="02000500000000000000"/>
            </a:endParaRPr>
          </a:p>
          <a:p>
            <a:pPr marL="0" marR="0">
              <a:lnSpc>
                <a:spcPts val="2480"/>
              </a:lnSpc>
              <a:spcBef>
                <a:spcPts val="445"/>
              </a:spcBef>
              <a:spcAft>
                <a:spcPct val="0"/>
              </a:spcAft>
            </a:pPr>
            <a:r>
              <a:rPr sz="2500" spc="-18">
                <a:solidFill>
                  <a:srgbClr val="000000"/>
                </a:solidFill>
                <a:latin typeface="VMRWCD+CMBX12~c" panose="02000500000000000000"/>
                <a:cs typeface="VMRWCD+CMBX12~c" panose="02000500000000000000"/>
              </a:rPr>
              <a:t>requirements-level</a:t>
            </a:r>
            <a:r>
              <a:rPr sz="2500" spc="2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8">
                <a:solidFill>
                  <a:srgbClr val="000000"/>
                </a:solidFill>
                <a:latin typeface="VMRWCD+CMBX12~c" panose="02000500000000000000"/>
                <a:cs typeface="VMRWCD+CMBX12~c" panose="02000500000000000000"/>
              </a:rPr>
              <a:t>architecture</a:t>
            </a:r>
            <a:endParaRPr sz="2500" spc="-18">
              <a:solidFill>
                <a:srgbClr val="000000"/>
              </a:solidFill>
              <a:latin typeface="VMRWCD+CMBX12~c" panose="02000500000000000000"/>
              <a:cs typeface="VMRWCD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80714" y="3300352"/>
            <a:ext cx="816144" cy="431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MHJSVO+Helvetica" panose="020B0604020202020204"/>
                <a:cs typeface="MHJSVO+Helvetica" panose="020B0604020202020204"/>
              </a:rPr>
              <a:t>finished</a:t>
            </a:r>
            <a:endParaRPr sz="1300">
              <a:solidFill>
                <a:srgbClr val="000000"/>
              </a:solidFill>
              <a:latin typeface="MHJSVO+Helvetica" panose="020B0604020202020204"/>
              <a:cs typeface="MHJSVO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04954" y="3300352"/>
            <a:ext cx="1659024" cy="431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OONVAJ+Helvetica-Bold" panose="020B0704020202020204"/>
                <a:cs typeface="OONVAJ+Helvetica-Bold" panose="020B0704020202020204"/>
              </a:rPr>
              <a:t>Heating controller</a:t>
            </a:r>
            <a:endParaRPr sz="1300" b="1">
              <a:solidFill>
                <a:srgbClr val="000000"/>
              </a:solidFill>
              <a:latin typeface="OONVAJ+Helvetica-Bold" panose="020B0704020202020204"/>
              <a:cs typeface="OONVAJ+Helvetica-Bold" panose="020B07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26863" y="3666861"/>
            <a:ext cx="779372" cy="431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MHJSVO+Helvetica" panose="020B0604020202020204"/>
                <a:cs typeface="MHJSVO+Helvetica" panose="020B0604020202020204"/>
              </a:rPr>
              <a:t>tank id,</a:t>
            </a:r>
            <a:endParaRPr sz="1300">
              <a:solidFill>
                <a:srgbClr val="000000"/>
              </a:solidFill>
              <a:latin typeface="MHJSVO+Helvetica" panose="020B0604020202020204"/>
              <a:cs typeface="MHJSVO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91996" y="3795144"/>
            <a:ext cx="687530" cy="908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9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OONVAJ+Helvetica-Bold" panose="020B0704020202020204"/>
                <a:cs typeface="OONVAJ+Helvetica-Bold" panose="020B0704020202020204"/>
              </a:rPr>
              <a:t>Enter</a:t>
            </a:r>
            <a:endParaRPr sz="1300" b="1">
              <a:solidFill>
                <a:srgbClr val="000000"/>
              </a:solidFill>
              <a:latin typeface="OONVAJ+Helvetica-Bold" panose="020B0704020202020204"/>
              <a:cs typeface="OONVAJ+Helvetica-Bold" panose="020B0704020202020204"/>
            </a:endParaRPr>
          </a:p>
          <a:p>
            <a:pPr marL="0" marR="0">
              <a:lnSpc>
                <a:spcPts val="1450"/>
              </a:lnSpc>
              <a:spcBef>
                <a:spcPts val="375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OONVAJ+Helvetica-Bold" panose="020B0704020202020204"/>
                <a:cs typeface="OONVAJ+Helvetica-Bold" panose="020B0704020202020204"/>
              </a:rPr>
              <a:t>batch</a:t>
            </a:r>
            <a:endParaRPr sz="1300" b="1">
              <a:solidFill>
                <a:srgbClr val="000000"/>
              </a:solidFill>
              <a:latin typeface="OONVAJ+Helvetica-Bold" panose="020B0704020202020204"/>
              <a:cs typeface="OONVAJ+Helvetica-Bold" panose="020B0704020202020204"/>
            </a:endParaRPr>
          </a:p>
          <a:p>
            <a:pPr marL="50165" marR="0">
              <a:lnSpc>
                <a:spcPts val="1450"/>
              </a:lnSpc>
              <a:spcBef>
                <a:spcPts val="425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OONVAJ+Helvetica-Bold" panose="020B0704020202020204"/>
                <a:cs typeface="OONVAJ+Helvetica-Bold" panose="020B0704020202020204"/>
              </a:rPr>
              <a:t>data</a:t>
            </a:r>
            <a:endParaRPr sz="1300" b="1">
              <a:solidFill>
                <a:srgbClr val="000000"/>
              </a:solidFill>
              <a:latin typeface="OONVAJ+Helvetica-Bold" panose="020B0704020202020204"/>
              <a:cs typeface="OONVAJ+Helvetica-Bold" panose="020B07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94783" y="3905099"/>
            <a:ext cx="843686" cy="431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MHJSVO+Helvetica" panose="020B0604020202020204"/>
                <a:cs typeface="MHJSVO+Helvetica" panose="020B0604020202020204"/>
              </a:rPr>
              <a:t>duration</a:t>
            </a:r>
            <a:endParaRPr sz="1300">
              <a:solidFill>
                <a:srgbClr val="000000"/>
              </a:solidFill>
              <a:latin typeface="MHJSVO+Helvetica" panose="020B0604020202020204"/>
              <a:cs typeface="MHJSVO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81774" y="3886774"/>
            <a:ext cx="980923" cy="6701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MHJSVO+Helvetica" panose="020B0604020202020204"/>
                <a:cs typeface="MHJSVO+Helvetica" panose="020B0604020202020204"/>
              </a:rPr>
              <a:t>switch on,</a:t>
            </a:r>
            <a:endParaRPr sz="1300">
              <a:solidFill>
                <a:srgbClr val="000000"/>
              </a:solidFill>
              <a:latin typeface="MHJSVO+Helvetica" panose="020B0604020202020204"/>
              <a:cs typeface="MHJSVO+Helvetica" panose="020B0604020202020204"/>
            </a:endParaRPr>
          </a:p>
          <a:p>
            <a:pPr marL="22860" marR="0">
              <a:lnSpc>
                <a:spcPts val="1450"/>
              </a:lnSpc>
              <a:spcBef>
                <a:spcPts val="375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MHJSVO+Helvetica" panose="020B0604020202020204"/>
                <a:cs typeface="MHJSVO+Helvetica" panose="020B0604020202020204"/>
              </a:rPr>
              <a:t>switch off</a:t>
            </a:r>
            <a:endParaRPr sz="1300">
              <a:solidFill>
                <a:srgbClr val="000000"/>
              </a:solidFill>
              <a:latin typeface="MHJSVO+Helvetica" panose="020B0604020202020204"/>
              <a:cs typeface="MHJSVO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77001" y="3923426"/>
            <a:ext cx="852327" cy="431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OONVAJ+Helvetica-Bold" panose="020B0704020202020204"/>
                <a:cs typeface="OONVAJ+Helvetica-Bold" panose="020B0704020202020204"/>
              </a:rPr>
              <a:t>Monitor</a:t>
            </a:r>
            <a:endParaRPr sz="1300" b="1">
              <a:solidFill>
                <a:srgbClr val="000000"/>
              </a:solidFill>
              <a:latin typeface="OONVAJ+Helvetica-Bold" panose="020B0704020202020204"/>
              <a:cs typeface="OONVAJ+Helvetica-Bold" panose="020B07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4487" y="4033383"/>
            <a:ext cx="1045023" cy="431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OONVAJ+Helvetica-Bold" panose="020B0704020202020204"/>
                <a:cs typeface="OONVAJ+Helvetica-Bold" panose="020B0704020202020204"/>
              </a:rPr>
              <a:t>Batchdata</a:t>
            </a:r>
            <a:endParaRPr sz="1300" b="1">
              <a:solidFill>
                <a:srgbClr val="000000"/>
              </a:solidFill>
              <a:latin typeface="OONVAJ+Helvetica-Bold" panose="020B0704020202020204"/>
              <a:cs typeface="OONVAJ+Helvetica-Bold" panose="020B07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44738" y="4033383"/>
            <a:ext cx="761058" cy="431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OONVAJ+Helvetica-Bold" panose="020B0704020202020204"/>
                <a:cs typeface="OONVAJ+Helvetica-Bold" panose="020B0704020202020204"/>
              </a:rPr>
              <a:t>Heater</a:t>
            </a:r>
            <a:endParaRPr sz="1300" b="1">
              <a:solidFill>
                <a:srgbClr val="000000"/>
              </a:solidFill>
              <a:latin typeface="OONVAJ+Helvetica-Bold" panose="020B0704020202020204"/>
              <a:cs typeface="OONVAJ+Helvetica-Bold" panose="020B07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63146" y="4161665"/>
            <a:ext cx="925888" cy="431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OONVAJ+Helvetica-Bold" panose="020B0704020202020204"/>
                <a:cs typeface="OONVAJ+Helvetica-Bold" panose="020B0704020202020204"/>
              </a:rPr>
              <a:t>end time</a:t>
            </a:r>
            <a:endParaRPr sz="1300" b="1">
              <a:solidFill>
                <a:srgbClr val="000000"/>
              </a:solidFill>
              <a:latin typeface="OONVAJ+Helvetica-Bold" panose="020B0704020202020204"/>
              <a:cs typeface="OONVAJ+Helvetica-Bold" panose="020B07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93668" y="4344927"/>
            <a:ext cx="733573" cy="431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MHJSVO+Helvetica" panose="020B0604020202020204"/>
                <a:cs typeface="MHJSVO+Helvetica" panose="020B0604020202020204"/>
              </a:rPr>
              <a:t>tank id</a:t>
            </a:r>
            <a:endParaRPr sz="1300">
              <a:solidFill>
                <a:srgbClr val="000000"/>
              </a:solidFill>
              <a:latin typeface="MHJSVO+Helvetica" panose="020B0604020202020204"/>
              <a:cs typeface="MHJSVO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12309" y="4363253"/>
            <a:ext cx="825277" cy="8350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MHJSVO+Helvetica" panose="020B0604020202020204"/>
                <a:cs typeface="MHJSVO+Helvetica" panose="020B0604020202020204"/>
              </a:rPr>
              <a:t>batch id</a:t>
            </a:r>
            <a:endParaRPr sz="1300">
              <a:solidFill>
                <a:srgbClr val="000000"/>
              </a:solidFill>
              <a:latin typeface="MHJSVO+Helvetica" panose="020B0604020202020204"/>
              <a:cs typeface="MHJSVO+Helvetica" panose="020B0604020202020204"/>
            </a:endParaRPr>
          </a:p>
          <a:p>
            <a:pPr marL="238125" marR="0">
              <a:lnSpc>
                <a:spcPts val="1450"/>
              </a:lnSpc>
              <a:spcBef>
                <a:spcPts val="1675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MHJSVO+Helvetica" panose="020B0604020202020204"/>
                <a:cs typeface="MHJSVO+Helvetica" panose="020B0604020202020204"/>
              </a:rPr>
              <a:t>start</a:t>
            </a:r>
            <a:endParaRPr sz="1300">
              <a:solidFill>
                <a:srgbClr val="000000"/>
              </a:solidFill>
              <a:latin typeface="MHJSVO+Helvetica" panose="020B0604020202020204"/>
              <a:cs typeface="MHJSVO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89827" y="4491536"/>
            <a:ext cx="559402" cy="431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MHJSVO+Helvetica" panose="020B0604020202020204"/>
                <a:cs typeface="MHJSVO+Helvetica" panose="020B0604020202020204"/>
              </a:rPr>
              <a:t>stop</a:t>
            </a:r>
            <a:endParaRPr sz="1300">
              <a:solidFill>
                <a:srgbClr val="000000"/>
              </a:solidFill>
              <a:latin typeface="MHJSVO+Helvetica" panose="020B0604020202020204"/>
              <a:cs typeface="MHJSVO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09876" y="4711449"/>
            <a:ext cx="834132" cy="908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541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OONVAJ+Helvetica-Bold" panose="020B0704020202020204"/>
                <a:cs typeface="OONVAJ+Helvetica-Bold" panose="020B0704020202020204"/>
              </a:rPr>
              <a:t>Start</a:t>
            </a:r>
            <a:endParaRPr sz="1300" b="1">
              <a:solidFill>
                <a:srgbClr val="000000"/>
              </a:solidFill>
              <a:latin typeface="OONVAJ+Helvetica-Bold" panose="020B0704020202020204"/>
              <a:cs typeface="OONVAJ+Helvetica-Bold" panose="020B0704020202020204"/>
            </a:endParaRPr>
          </a:p>
          <a:p>
            <a:pPr marL="0" marR="0">
              <a:lnSpc>
                <a:spcPts val="1450"/>
              </a:lnSpc>
              <a:spcBef>
                <a:spcPts val="375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OONVAJ+Helvetica-Bold" panose="020B0704020202020204"/>
                <a:cs typeface="OONVAJ+Helvetica-Bold" panose="020B0704020202020204"/>
              </a:rPr>
              <a:t>heating</a:t>
            </a:r>
            <a:endParaRPr sz="1300" b="1">
              <a:solidFill>
                <a:srgbClr val="000000"/>
              </a:solidFill>
              <a:latin typeface="OONVAJ+Helvetica-Bold" panose="020B0704020202020204"/>
              <a:cs typeface="OONVAJ+Helvetica-Bold" panose="020B0704020202020204"/>
            </a:endParaRPr>
          </a:p>
          <a:p>
            <a:pPr marL="73025" marR="0">
              <a:lnSpc>
                <a:spcPts val="1450"/>
              </a:lnSpc>
              <a:spcBef>
                <a:spcPts val="425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OONVAJ+Helvetica-Bold" panose="020B0704020202020204"/>
                <a:cs typeface="OONVAJ+Helvetica-Bold" panose="020B0704020202020204"/>
              </a:rPr>
              <a:t>batch</a:t>
            </a:r>
            <a:endParaRPr sz="1300" b="1">
              <a:solidFill>
                <a:srgbClr val="000000"/>
              </a:solidFill>
              <a:latin typeface="OONVAJ+Helvetica-Bold" panose="020B0704020202020204"/>
              <a:cs typeface="OONVAJ+Helvetica-Bold" panose="020B07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58122" y="4766427"/>
            <a:ext cx="1155312" cy="431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MHJSVO+Helvetica" panose="020B0604020202020204"/>
                <a:cs typeface="MHJSVO+Helvetica" panose="020B0604020202020204"/>
              </a:rPr>
              <a:t>start heating</a:t>
            </a:r>
            <a:endParaRPr sz="1300">
              <a:solidFill>
                <a:srgbClr val="000000"/>
              </a:solidFill>
              <a:latin typeface="MHJSVO+Helvetica" panose="020B0604020202020204"/>
              <a:cs typeface="MHJSVO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91793" y="4766427"/>
            <a:ext cx="614326" cy="431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>
                <a:solidFill>
                  <a:srgbClr val="000000"/>
                </a:solidFill>
                <a:latin typeface="MHJSVO+Helvetica" panose="020B0604020202020204"/>
                <a:cs typeface="MHJSVO+Helvetica" panose="020B0604020202020204"/>
              </a:rPr>
              <a:t>temp</a:t>
            </a:r>
            <a:endParaRPr sz="1300">
              <a:solidFill>
                <a:srgbClr val="000000"/>
              </a:solidFill>
              <a:latin typeface="MHJSVO+Helvetica" panose="020B0604020202020204"/>
              <a:cs typeface="MHJSVO+Helvetica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72488" y="4839731"/>
            <a:ext cx="944196" cy="6701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OONVAJ+Helvetica-Bold" panose="020B0704020202020204"/>
                <a:cs typeface="OONVAJ+Helvetica-Bold" panose="020B0704020202020204"/>
              </a:rPr>
              <a:t>Operator</a:t>
            </a:r>
            <a:endParaRPr sz="1300" b="1">
              <a:solidFill>
                <a:srgbClr val="000000"/>
              </a:solidFill>
              <a:latin typeface="OONVAJ+Helvetica-Bold" panose="020B0704020202020204"/>
              <a:cs typeface="OONVAJ+Helvetica-Bold" panose="020B0704020202020204"/>
            </a:endParaRPr>
          </a:p>
          <a:p>
            <a:pPr marL="36830" marR="0">
              <a:lnSpc>
                <a:spcPts val="1450"/>
              </a:lnSpc>
              <a:spcBef>
                <a:spcPts val="375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OONVAJ+Helvetica-Bold" panose="020B0704020202020204"/>
                <a:cs typeface="OONVAJ+Helvetica-Bold" panose="020B0704020202020204"/>
              </a:rPr>
              <a:t>console</a:t>
            </a:r>
            <a:endParaRPr sz="1300" b="1">
              <a:solidFill>
                <a:srgbClr val="000000"/>
              </a:solidFill>
              <a:latin typeface="OONVAJ+Helvetica-Bold" panose="020B0704020202020204"/>
              <a:cs typeface="OONVAJ+Helvetica-Bold" panose="020B07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09779" y="4839731"/>
            <a:ext cx="632633" cy="431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OONVAJ+Helvetica-Bold" panose="020B0704020202020204"/>
                <a:cs typeface="OONVAJ+Helvetica-Bold" panose="020B0704020202020204"/>
              </a:rPr>
              <a:t>Tank</a:t>
            </a:r>
            <a:endParaRPr sz="1300" b="1">
              <a:solidFill>
                <a:srgbClr val="000000"/>
              </a:solidFill>
              <a:latin typeface="OONVAJ+Helvetica-Bold" panose="020B0704020202020204"/>
              <a:cs typeface="OONVAJ+Helvetica-Bold" panose="020B07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050809" y="4839731"/>
            <a:ext cx="948786" cy="6701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OONVAJ+Helvetica-Bold" panose="020B0704020202020204"/>
                <a:cs typeface="OONVAJ+Helvetica-Bold" panose="020B0704020202020204"/>
              </a:rPr>
              <a:t>Thermo−</a:t>
            </a:r>
            <a:endParaRPr sz="1300" b="1">
              <a:solidFill>
                <a:srgbClr val="000000"/>
              </a:solidFill>
              <a:latin typeface="OONVAJ+Helvetica-Bold" panose="020B0704020202020204"/>
              <a:cs typeface="OONVAJ+Helvetica-Bold" panose="020B0704020202020204"/>
            </a:endParaRPr>
          </a:p>
          <a:p>
            <a:pPr marL="125730" marR="0">
              <a:lnSpc>
                <a:spcPts val="1450"/>
              </a:lnSpc>
              <a:spcBef>
                <a:spcPts val="375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OONVAJ+Helvetica-Bold" panose="020B0704020202020204"/>
                <a:cs typeface="OONVAJ+Helvetica-Bold" panose="020B0704020202020204"/>
              </a:rPr>
              <a:t>meter</a:t>
            </a:r>
            <a:endParaRPr sz="1300" b="1">
              <a:solidFill>
                <a:srgbClr val="000000"/>
              </a:solidFill>
              <a:latin typeface="OONVAJ+Helvetica-Bold" panose="020B0704020202020204"/>
              <a:cs typeface="OONVAJ+Helvetica-Bold" panose="020B07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922776" y="5077970"/>
            <a:ext cx="806586" cy="431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50"/>
              </a:lnSpc>
              <a:spcBef>
                <a:spcPct val="0"/>
              </a:spcBef>
              <a:spcAft>
                <a:spcPct val="0"/>
              </a:spcAft>
            </a:pPr>
            <a:r>
              <a:rPr sz="1300" b="1">
                <a:solidFill>
                  <a:srgbClr val="000000"/>
                </a:solidFill>
                <a:latin typeface="OONVAJ+Helvetica-Bold" panose="020B0704020202020204"/>
                <a:cs typeface="OONVAJ+Helvetica-Bold" panose="020B0704020202020204"/>
              </a:rPr>
              <a:t>control</a:t>
            </a:r>
            <a:endParaRPr sz="1300" b="1">
              <a:solidFill>
                <a:srgbClr val="000000"/>
              </a:solidFill>
              <a:latin typeface="OONVAJ+Helvetica-Bold" panose="020B0704020202020204"/>
              <a:cs typeface="OONVAJ+Helvetica-Bold" panose="020B07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DMRTIF+CMR7" panose="02000500000000000000"/>
                <a:cs typeface="DMRTIF+CMR7" panose="02000500000000000000"/>
              </a:rPr>
              <a:t>267</a:t>
            </a:r>
            <a:endParaRPr sz="1450">
              <a:solidFill>
                <a:srgbClr val="000000"/>
              </a:solidFill>
              <a:latin typeface="DMRTIF+CMR7" panose="02000500000000000000"/>
              <a:cs typeface="DMRTIF+CMR7" panose="02000500000000000000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4" y="1684829"/>
            <a:ext cx="7191487" cy="1163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UERAMF+CMBX12~c" panose="02000500000000000000"/>
                <a:cs typeface="UERAMF+CMBX12~c" panose="02000500000000000000"/>
              </a:rPr>
              <a:t>Instance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UERAMF+CMBX12~c" panose="02000500000000000000"/>
                <a:cs typeface="UERAMF+CMBX12~c" panose="02000500000000000000"/>
              </a:rPr>
              <a:t>diagram</a:t>
            </a:r>
            <a:r>
              <a:rPr sz="2500" spc="2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UERAMF+CMBX12~c" panose="02000500000000000000"/>
                <a:cs typeface="UERAMF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UERAMF+CMBX12~c" panose="02000500000000000000"/>
                <a:cs typeface="UERAMF+CMBX12~c" panose="02000500000000000000"/>
              </a:rPr>
              <a:t>a</a:t>
            </a:r>
            <a:r>
              <a:rPr sz="2500" spc="2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UERAMF+CMBX12~c" panose="02000500000000000000"/>
                <a:cs typeface="UERAMF+CMBX12~c" panose="02000500000000000000"/>
              </a:rPr>
              <a:t>particular</a:t>
            </a:r>
            <a:r>
              <a:rPr sz="2500" spc="3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UERAMF+CMBX12~c" panose="02000500000000000000"/>
                <a:cs typeface="UERAMF+CMBX12~c" panose="02000500000000000000"/>
              </a:rPr>
              <a:t>heating</a:t>
            </a:r>
            <a:endParaRPr sz="2500" spc="-11">
              <a:solidFill>
                <a:srgbClr val="000000"/>
              </a:solidFill>
              <a:latin typeface="UERAMF+CMBX12~c" panose="02000500000000000000"/>
              <a:cs typeface="UERAMF+CMBX12~c" panose="02000500000000000000"/>
            </a:endParaRPr>
          </a:p>
          <a:p>
            <a:pPr marL="0" marR="0">
              <a:lnSpc>
                <a:spcPts val="2480"/>
              </a:lnSpc>
              <a:spcBef>
                <a:spcPts val="445"/>
              </a:spcBef>
              <a:spcAft>
                <a:spcPct val="0"/>
              </a:spcAft>
            </a:pPr>
            <a:r>
              <a:rPr sz="2500" spc="-19">
                <a:solidFill>
                  <a:srgbClr val="000000"/>
                </a:solidFill>
                <a:latin typeface="UERAMF+CMBX12~c" panose="02000500000000000000"/>
                <a:cs typeface="UERAMF+CMBX12~c" panose="02000500000000000000"/>
              </a:rPr>
              <a:t>controller</a:t>
            </a:r>
            <a:r>
              <a:rPr sz="2500" spc="3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UERAMF+CMBX12~c" panose="02000500000000000000"/>
                <a:cs typeface="UERAMF+CMBX12~c" panose="02000500000000000000"/>
              </a:rPr>
              <a:t>in</a:t>
            </a:r>
            <a:r>
              <a:rPr sz="2500" spc="2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UERAMF+CMBX12~c" panose="02000500000000000000"/>
                <a:cs typeface="UERAMF+CMBX12~c" panose="02000500000000000000"/>
              </a:rPr>
              <a:t>a</a:t>
            </a:r>
            <a:r>
              <a:rPr sz="2500" spc="2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UERAMF+CMBX12~c" panose="02000500000000000000"/>
                <a:cs typeface="UERAMF+CMBX12~c" panose="02000500000000000000"/>
              </a:rPr>
              <a:t>particular</a:t>
            </a:r>
            <a:r>
              <a:rPr sz="2500" spc="3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5">
                <a:solidFill>
                  <a:srgbClr val="000000"/>
                </a:solidFill>
                <a:latin typeface="UERAMF+CMBX12~c" panose="02000500000000000000"/>
                <a:cs typeface="UERAMF+CMBX12~c" panose="02000500000000000000"/>
              </a:rPr>
              <a:t>context</a:t>
            </a:r>
            <a:endParaRPr sz="2500" spc="-25">
              <a:solidFill>
                <a:srgbClr val="000000"/>
              </a:solidFill>
              <a:latin typeface="UERAMF+CMBX12~c" panose="02000500000000000000"/>
              <a:cs typeface="UERAMF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15093" y="2858669"/>
            <a:ext cx="947784" cy="400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5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solidFill>
                  <a:srgbClr val="000000"/>
                </a:solidFill>
                <a:latin typeface="NEHUMP+Helvetica" panose="020B0604020202020204"/>
                <a:cs typeface="NEHUMP+Helvetica" panose="020B0604020202020204"/>
              </a:rPr>
              <a:t>finished(b)</a:t>
            </a:r>
            <a:endParaRPr sz="1200">
              <a:solidFill>
                <a:srgbClr val="000000"/>
              </a:solidFill>
              <a:latin typeface="NEHUMP+Helvetica" panose="020B0604020202020204"/>
              <a:cs typeface="NEHUMP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65127" y="2858669"/>
            <a:ext cx="1840498" cy="400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5"/>
              </a:lnSpc>
              <a:spcBef>
                <a:spcPct val="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ASSWUK+Helvetica-Bold" panose="020B0704020202020204"/>
                <a:cs typeface="ASSWUK+Helvetica-Bold" panose="020B0704020202020204"/>
              </a:rPr>
              <a:t>Heating controller(b0)</a:t>
            </a:r>
            <a:endParaRPr sz="1200" b="1">
              <a:solidFill>
                <a:srgbClr val="000000"/>
              </a:solidFill>
              <a:latin typeface="ASSWUK+Helvetica-Bold" panose="020B0704020202020204"/>
              <a:cs typeface="ASSWUK+Helvetica-Bold" panose="020B07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73161" y="2944242"/>
            <a:ext cx="947634" cy="400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5"/>
              </a:lnSpc>
              <a:spcBef>
                <a:spcPct val="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ASSWUK+Helvetica-Bold" panose="020B0704020202020204"/>
                <a:cs typeface="ASSWUK+Helvetica-Bold" panose="020B0704020202020204"/>
              </a:rPr>
              <a:t>Heater(t1)</a:t>
            </a:r>
            <a:endParaRPr sz="1200" b="1">
              <a:solidFill>
                <a:srgbClr val="000000"/>
              </a:solidFill>
              <a:latin typeface="ASSWUK+Helvetica-Bold" panose="020B0704020202020204"/>
              <a:cs typeface="ASSWUK+Helvetica-Bold" panose="020B07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92188" y="3012708"/>
            <a:ext cx="1050201" cy="623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5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solidFill>
                  <a:srgbClr val="000000"/>
                </a:solidFill>
                <a:latin typeface="NEHUMP+Helvetica" panose="020B0604020202020204"/>
                <a:cs typeface="NEHUMP+Helvetica" panose="020B0604020202020204"/>
              </a:rPr>
              <a:t>switch on(i),</a:t>
            </a:r>
            <a:endParaRPr sz="1200">
              <a:solidFill>
                <a:srgbClr val="000000"/>
              </a:solidFill>
              <a:latin typeface="NEHUMP+Helvetica" panose="020B0604020202020204"/>
              <a:cs typeface="NEHUMP+Helvetica" panose="020B0604020202020204"/>
            </a:endParaRPr>
          </a:p>
          <a:p>
            <a:pPr marL="21590" marR="0">
              <a:lnSpc>
                <a:spcPts val="1355"/>
              </a:lnSpc>
              <a:spcBef>
                <a:spcPts val="345"/>
              </a:spcBef>
              <a:spcAft>
                <a:spcPct val="0"/>
              </a:spcAft>
            </a:pPr>
            <a:r>
              <a:rPr sz="1200">
                <a:solidFill>
                  <a:srgbClr val="000000"/>
                </a:solidFill>
                <a:latin typeface="NEHUMP+Helvetica" panose="020B0604020202020204"/>
                <a:cs typeface="NEHUMP+Helvetica" panose="020B0604020202020204"/>
              </a:rPr>
              <a:t>switch off(i)</a:t>
            </a:r>
            <a:endParaRPr sz="1200">
              <a:solidFill>
                <a:srgbClr val="000000"/>
              </a:solidFill>
              <a:latin typeface="NEHUMP+Helvetica" panose="020B0604020202020204"/>
              <a:cs typeface="NEHUMP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75669" y="3183853"/>
            <a:ext cx="613971" cy="400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5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solidFill>
                  <a:srgbClr val="000000"/>
                </a:solidFill>
                <a:latin typeface="NEHUMP+Helvetica" panose="020B0604020202020204"/>
                <a:cs typeface="NEHUMP+Helvetica" panose="020B0604020202020204"/>
              </a:rPr>
              <a:t>t1, t2,</a:t>
            </a:r>
            <a:endParaRPr sz="1200">
              <a:solidFill>
                <a:srgbClr val="000000"/>
              </a:solidFill>
              <a:latin typeface="NEHUMP+Helvetica" panose="020B0604020202020204"/>
              <a:cs typeface="NEHUMP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64800" y="3320772"/>
            <a:ext cx="639412" cy="623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255" marR="0">
              <a:lnSpc>
                <a:spcPts val="1355"/>
              </a:lnSpc>
              <a:spcBef>
                <a:spcPct val="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ASSWUK+Helvetica-Bold" panose="020B0704020202020204"/>
                <a:cs typeface="ASSWUK+Helvetica-Bold" panose="020B0704020202020204"/>
              </a:rPr>
              <a:t>Enter</a:t>
            </a:r>
            <a:endParaRPr sz="1200" b="1">
              <a:solidFill>
                <a:srgbClr val="000000"/>
              </a:solidFill>
              <a:latin typeface="ASSWUK+Helvetica-Bold" panose="020B0704020202020204"/>
              <a:cs typeface="ASSWUK+Helvetica-Bold" panose="020B0704020202020204"/>
            </a:endParaRPr>
          </a:p>
          <a:p>
            <a:pPr marL="0" marR="0">
              <a:lnSpc>
                <a:spcPts val="1355"/>
              </a:lnSpc>
              <a:spcBef>
                <a:spcPts val="345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ASSWUK+Helvetica-Bold" panose="020B0704020202020204"/>
                <a:cs typeface="ASSWUK+Helvetica-Bold" panose="020B0704020202020204"/>
              </a:rPr>
              <a:t>batch</a:t>
            </a:r>
            <a:endParaRPr sz="1200" b="1">
              <a:solidFill>
                <a:srgbClr val="000000"/>
              </a:solidFill>
              <a:latin typeface="ASSWUK+Helvetica-Bold" panose="020B0704020202020204"/>
              <a:cs typeface="ASSWUK+Helvetica-Bold" panose="020B07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32925" y="3406348"/>
            <a:ext cx="785249" cy="948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5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solidFill>
                  <a:srgbClr val="000000"/>
                </a:solidFill>
                <a:latin typeface="NEHUMP+Helvetica" panose="020B0604020202020204"/>
                <a:cs typeface="NEHUMP+Helvetica" panose="020B0604020202020204"/>
              </a:rPr>
              <a:t>duration</a:t>
            </a:r>
            <a:endParaRPr sz="1200">
              <a:solidFill>
                <a:srgbClr val="000000"/>
              </a:solidFill>
              <a:latin typeface="NEHUMP+Helvetica" panose="020B0604020202020204"/>
              <a:cs typeface="NEHUMP+Helvetica" panose="020B0604020202020204"/>
            </a:endParaRPr>
          </a:p>
          <a:p>
            <a:pPr marL="85725" marR="0">
              <a:lnSpc>
                <a:spcPts val="1355"/>
              </a:lnSpc>
              <a:spcBef>
                <a:spcPts val="2905"/>
              </a:spcBef>
              <a:spcAft>
                <a:spcPct val="0"/>
              </a:spcAft>
            </a:pPr>
            <a:r>
              <a:rPr sz="1200">
                <a:solidFill>
                  <a:srgbClr val="000000"/>
                </a:solidFill>
                <a:latin typeface="NEHUMP+Helvetica" panose="020B0604020202020204"/>
                <a:cs typeface="NEHUMP+Helvetica" panose="020B0604020202020204"/>
              </a:rPr>
              <a:t>b0</a:t>
            </a:r>
            <a:endParaRPr sz="1200">
              <a:solidFill>
                <a:srgbClr val="000000"/>
              </a:solidFill>
              <a:latin typeface="NEHUMP+Helvetica" panose="020B0604020202020204"/>
              <a:cs typeface="NEHUMP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83157" y="3440583"/>
            <a:ext cx="827669" cy="623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5725" marR="0">
              <a:lnSpc>
                <a:spcPts val="1355"/>
              </a:lnSpc>
              <a:spcBef>
                <a:spcPct val="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ASSWUK+Helvetica-Bold" panose="020B0704020202020204"/>
                <a:cs typeface="ASSWUK+Helvetica-Bold" panose="020B0704020202020204"/>
              </a:rPr>
              <a:t>Batch</a:t>
            </a:r>
            <a:endParaRPr sz="1200" b="1">
              <a:solidFill>
                <a:srgbClr val="000000"/>
              </a:solidFill>
              <a:latin typeface="ASSWUK+Helvetica-Bold" panose="020B0704020202020204"/>
              <a:cs typeface="ASSWUK+Helvetica-Bold" panose="020B0704020202020204"/>
            </a:endParaRPr>
          </a:p>
          <a:p>
            <a:pPr marL="0" marR="0">
              <a:lnSpc>
                <a:spcPts val="1355"/>
              </a:lnSpc>
              <a:spcBef>
                <a:spcPts val="345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ASSWUK+Helvetica-Bold" panose="020B0704020202020204"/>
                <a:cs typeface="ASSWUK+Helvetica-Bold" panose="020B0704020202020204"/>
              </a:rPr>
              <a:t>data(b0)</a:t>
            </a:r>
            <a:endParaRPr sz="1200" b="1">
              <a:solidFill>
                <a:srgbClr val="000000"/>
              </a:solidFill>
              <a:latin typeface="ASSWUK+Helvetica-Bold" panose="020B0704020202020204"/>
              <a:cs typeface="ASSWUK+Helvetica-Bold" panose="020B07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61583" y="3440583"/>
            <a:ext cx="793319" cy="400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5"/>
              </a:lnSpc>
              <a:spcBef>
                <a:spcPct val="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ASSWUK+Helvetica-Bold" panose="020B0704020202020204"/>
                <a:cs typeface="ASSWUK+Helvetica-Bold" panose="020B0704020202020204"/>
              </a:rPr>
              <a:t>Monitor</a:t>
            </a:r>
            <a:endParaRPr sz="1200" b="1">
              <a:solidFill>
                <a:srgbClr val="000000"/>
              </a:solidFill>
              <a:latin typeface="ASSWUK+Helvetica-Bold" panose="020B0704020202020204"/>
              <a:cs typeface="ASSWUK+Helvetica-Bold" panose="020B07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07469" y="3663075"/>
            <a:ext cx="1144343" cy="400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5"/>
              </a:lnSpc>
              <a:spcBef>
                <a:spcPct val="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ASSWUK+Helvetica-Bold" panose="020B0704020202020204"/>
                <a:cs typeface="ASSWUK+Helvetica-Bold" panose="020B0704020202020204"/>
              </a:rPr>
              <a:t>end time(b0)</a:t>
            </a:r>
            <a:endParaRPr sz="1200" b="1">
              <a:solidFill>
                <a:srgbClr val="000000"/>
              </a:solidFill>
              <a:latin typeface="ASSWUK+Helvetica-Bold" panose="020B0704020202020204"/>
              <a:cs typeface="ASSWUK+Helvetica-Bold" panose="020B07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70684" y="3765762"/>
            <a:ext cx="827669" cy="400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5"/>
              </a:lnSpc>
              <a:spcBef>
                <a:spcPct val="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ASSWUK+Helvetica-Bold" panose="020B0704020202020204"/>
                <a:cs typeface="ASSWUK+Helvetica-Bold" panose="020B0704020202020204"/>
              </a:rPr>
              <a:t>data(b0)</a:t>
            </a:r>
            <a:endParaRPr sz="1200" b="1">
              <a:solidFill>
                <a:srgbClr val="000000"/>
              </a:solidFill>
              <a:latin typeface="ASSWUK+Helvetica-Bold" panose="020B0704020202020204"/>
              <a:cs typeface="ASSWUK+Helvetica-Bold" panose="020B07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03320" y="3971151"/>
            <a:ext cx="571198" cy="400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5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solidFill>
                  <a:srgbClr val="000000"/>
                </a:solidFill>
                <a:latin typeface="NEHUMP+Helvetica" panose="020B0604020202020204"/>
                <a:cs typeface="NEHUMP+Helvetica" panose="020B0604020202020204"/>
              </a:rPr>
              <a:t>t1, t2</a:t>
            </a:r>
            <a:endParaRPr sz="1200">
              <a:solidFill>
                <a:srgbClr val="000000"/>
              </a:solidFill>
              <a:latin typeface="NEHUMP+Helvetica" panose="020B0604020202020204"/>
              <a:cs typeface="NEHUMP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49540" y="3971151"/>
            <a:ext cx="1452537" cy="1085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5"/>
              </a:lnSpc>
              <a:spcBef>
                <a:spcPct val="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ASSWUK+Helvetica-Bold" panose="020B0704020202020204"/>
                <a:cs typeface="ASSWUK+Helvetica-Bold" panose="020B0704020202020204"/>
              </a:rPr>
              <a:t>Thermometer(t1)</a:t>
            </a:r>
            <a:endParaRPr sz="1200" b="1">
              <a:solidFill>
                <a:srgbClr val="000000"/>
              </a:solidFill>
              <a:latin typeface="ASSWUK+Helvetica-Bold" panose="020B0704020202020204"/>
              <a:cs typeface="ASSWUK+Helvetica-Bold" panose="020B0704020202020204"/>
            </a:endParaRPr>
          </a:p>
          <a:p>
            <a:pPr marL="0" marR="0">
              <a:lnSpc>
                <a:spcPts val="1355"/>
              </a:lnSpc>
              <a:spcBef>
                <a:spcPts val="3985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ASSWUK+Helvetica-Bold" panose="020B0704020202020204"/>
                <a:cs typeface="ASSWUK+Helvetica-Bold" panose="020B0704020202020204"/>
              </a:rPr>
              <a:t>Thermometer(t2)</a:t>
            </a:r>
            <a:endParaRPr sz="1200" b="1">
              <a:solidFill>
                <a:srgbClr val="000000"/>
              </a:solidFill>
              <a:latin typeface="ASSWUK+Helvetica-Bold" panose="020B0704020202020204"/>
              <a:cs typeface="ASSWUK+Helvetica-Bold" panose="020B07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12319" y="4022498"/>
            <a:ext cx="750802" cy="400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5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solidFill>
                  <a:srgbClr val="000000"/>
                </a:solidFill>
                <a:latin typeface="NEHUMP+Helvetica" panose="020B0604020202020204"/>
                <a:cs typeface="NEHUMP+Helvetica" panose="020B0604020202020204"/>
              </a:rPr>
              <a:t>stop(t1)</a:t>
            </a:r>
            <a:endParaRPr sz="1200">
              <a:solidFill>
                <a:srgbClr val="000000"/>
              </a:solidFill>
              <a:latin typeface="NEHUMP+Helvetica" panose="020B0604020202020204"/>
              <a:cs typeface="NEHUMP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62229" y="4039604"/>
            <a:ext cx="853422" cy="10510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1435" marR="0">
              <a:lnSpc>
                <a:spcPts val="1355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solidFill>
                  <a:srgbClr val="000000"/>
                </a:solidFill>
                <a:latin typeface="NEHUMP+Helvetica" panose="020B0604020202020204"/>
                <a:cs typeface="NEHUMP+Helvetica" panose="020B0604020202020204"/>
              </a:rPr>
              <a:t>temp(t1)</a:t>
            </a:r>
            <a:endParaRPr sz="1200">
              <a:solidFill>
                <a:srgbClr val="000000"/>
              </a:solidFill>
              <a:latin typeface="NEHUMP+Helvetica" panose="020B0604020202020204"/>
              <a:cs typeface="NEHUMP+Helvetica" panose="020B0604020202020204"/>
            </a:endParaRPr>
          </a:p>
          <a:p>
            <a:pPr marL="0" marR="0">
              <a:lnSpc>
                <a:spcPts val="1355"/>
              </a:lnSpc>
              <a:spcBef>
                <a:spcPts val="3715"/>
              </a:spcBef>
              <a:spcAft>
                <a:spcPct val="0"/>
              </a:spcAft>
            </a:pPr>
            <a:r>
              <a:rPr sz="1200">
                <a:solidFill>
                  <a:srgbClr val="000000"/>
                </a:solidFill>
                <a:latin typeface="NEHUMP+Helvetica" panose="020B0604020202020204"/>
                <a:cs typeface="NEHUMP+Helvetica" panose="020B0604020202020204"/>
              </a:rPr>
              <a:t>temp(t2)</a:t>
            </a:r>
            <a:endParaRPr sz="1200">
              <a:solidFill>
                <a:srgbClr val="000000"/>
              </a:solidFill>
              <a:latin typeface="NEHUMP+Helvetica" panose="020B0604020202020204"/>
              <a:cs typeface="NEHUMP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17710" y="4279215"/>
            <a:ext cx="528173" cy="400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5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solidFill>
                  <a:srgbClr val="000000"/>
                </a:solidFill>
                <a:latin typeface="NEHUMP+Helvetica" panose="020B0604020202020204"/>
                <a:cs typeface="NEHUMP+Helvetica" panose="020B0604020202020204"/>
              </a:rPr>
              <a:t>start</a:t>
            </a:r>
            <a:endParaRPr sz="1200">
              <a:solidFill>
                <a:srgbClr val="000000"/>
              </a:solidFill>
              <a:latin typeface="NEHUMP+Helvetica" panose="020B0604020202020204"/>
              <a:cs typeface="NEHUMP+Helvetica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07231" y="4433254"/>
            <a:ext cx="579542" cy="400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5"/>
              </a:lnSpc>
              <a:spcBef>
                <a:spcPct val="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ASSWUK+Helvetica-Bold" panose="020B0704020202020204"/>
                <a:cs typeface="ASSWUK+Helvetica-Bold" panose="020B0704020202020204"/>
              </a:rPr>
              <a:t>Start</a:t>
            </a:r>
            <a:endParaRPr sz="1200" b="1">
              <a:solidFill>
                <a:srgbClr val="000000"/>
              </a:solidFill>
              <a:latin typeface="ASSWUK+Helvetica-Bold" panose="020B0704020202020204"/>
              <a:cs typeface="ASSWUK+Helvetica-Bold" panose="020B07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77954" y="4501711"/>
            <a:ext cx="1007879" cy="400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5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solidFill>
                  <a:srgbClr val="000000"/>
                </a:solidFill>
                <a:latin typeface="NEHUMP+Helvetica" panose="020B0604020202020204"/>
                <a:cs typeface="NEHUMP+Helvetica" panose="020B0604020202020204"/>
              </a:rPr>
              <a:t>heating(b0)</a:t>
            </a:r>
            <a:endParaRPr sz="1200">
              <a:solidFill>
                <a:srgbClr val="000000"/>
              </a:solidFill>
              <a:latin typeface="NEHUMP+Helvetica" panose="020B0604020202020204"/>
              <a:cs typeface="NEHUMP+Helvetica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55921" y="4484600"/>
            <a:ext cx="930542" cy="400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5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solidFill>
                  <a:srgbClr val="000000"/>
                </a:solidFill>
                <a:latin typeface="NEHUMP+Helvetica" panose="020B0604020202020204"/>
                <a:cs typeface="NEHUMP+Helvetica" panose="020B0604020202020204"/>
              </a:rPr>
              <a:t>start(t1, b)</a:t>
            </a:r>
            <a:endParaRPr sz="1200">
              <a:solidFill>
                <a:srgbClr val="000000"/>
              </a:solidFill>
              <a:latin typeface="NEHUMP+Helvetica" panose="020B0604020202020204"/>
              <a:cs typeface="NEHUMP+Helvetica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46898" y="4553066"/>
            <a:ext cx="879117" cy="623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5"/>
              </a:lnSpc>
              <a:spcBef>
                <a:spcPct val="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ASSWUK+Helvetica-Bold" panose="020B0704020202020204"/>
                <a:cs typeface="ASSWUK+Helvetica-Bold" panose="020B0704020202020204"/>
              </a:rPr>
              <a:t>Operator</a:t>
            </a:r>
            <a:endParaRPr sz="1200" b="1">
              <a:solidFill>
                <a:srgbClr val="000000"/>
              </a:solidFill>
              <a:latin typeface="ASSWUK+Helvetica-Bold" panose="020B0704020202020204"/>
              <a:cs typeface="ASSWUK+Helvetica-Bold" panose="020B0704020202020204"/>
            </a:endParaRPr>
          </a:p>
          <a:p>
            <a:pPr marL="34290" marR="0">
              <a:lnSpc>
                <a:spcPts val="1355"/>
              </a:lnSpc>
              <a:spcBef>
                <a:spcPts val="345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ASSWUK+Helvetica-Bold" panose="020B0704020202020204"/>
                <a:cs typeface="ASSWUK+Helvetica-Bold" panose="020B0704020202020204"/>
              </a:rPr>
              <a:t>console</a:t>
            </a:r>
            <a:endParaRPr sz="1200" b="1">
              <a:solidFill>
                <a:srgbClr val="000000"/>
              </a:solidFill>
              <a:latin typeface="ASSWUK+Helvetica-Bold" panose="020B0704020202020204"/>
              <a:cs typeface="ASSWUK+Helvetica-Bold" panose="020B07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585573" y="4553066"/>
            <a:ext cx="588142" cy="400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5"/>
              </a:lnSpc>
              <a:spcBef>
                <a:spcPct val="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ASSWUK+Helvetica-Bold" panose="020B0704020202020204"/>
                <a:cs typeface="ASSWUK+Helvetica-Bold" panose="020B0704020202020204"/>
              </a:rPr>
              <a:t>Tank</a:t>
            </a:r>
            <a:endParaRPr sz="1200" b="1">
              <a:solidFill>
                <a:srgbClr val="000000"/>
              </a:solidFill>
              <a:latin typeface="ASSWUK+Helvetica-Bold" panose="020B0704020202020204"/>
              <a:cs typeface="ASSWUK+Helvetica-Bold" panose="020B07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536098" y="4655749"/>
            <a:ext cx="921761" cy="623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2390" marR="0">
              <a:lnSpc>
                <a:spcPts val="1355"/>
              </a:lnSpc>
              <a:spcBef>
                <a:spcPct val="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ASSWUK+Helvetica-Bold" panose="020B0704020202020204"/>
                <a:cs typeface="ASSWUK+Helvetica-Bold" panose="020B0704020202020204"/>
              </a:rPr>
              <a:t>heating</a:t>
            </a:r>
            <a:endParaRPr sz="1200" b="1">
              <a:solidFill>
                <a:srgbClr val="000000"/>
              </a:solidFill>
              <a:latin typeface="ASSWUK+Helvetica-Bold" panose="020B0704020202020204"/>
              <a:cs typeface="ASSWUK+Helvetica-Bold" panose="020B0704020202020204"/>
            </a:endParaRPr>
          </a:p>
          <a:p>
            <a:pPr marL="0" marR="0">
              <a:lnSpc>
                <a:spcPts val="1355"/>
              </a:lnSpc>
              <a:spcBef>
                <a:spcPts val="345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ASSWUK+Helvetica-Bold" panose="020B0704020202020204"/>
                <a:cs typeface="ASSWUK+Helvetica-Bold" panose="020B0704020202020204"/>
              </a:rPr>
              <a:t>batch(b0)</a:t>
            </a:r>
            <a:endParaRPr sz="1200" b="1">
              <a:solidFill>
                <a:srgbClr val="000000"/>
              </a:solidFill>
              <a:latin typeface="ASSWUK+Helvetica-Bold" panose="020B0704020202020204"/>
              <a:cs typeface="ASSWUK+Helvetica-Bold" panose="020B07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84558" y="4775557"/>
            <a:ext cx="990154" cy="400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5"/>
              </a:lnSpc>
              <a:spcBef>
                <a:spcPct val="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ASSWUK+Helvetica-Bold" panose="020B0704020202020204"/>
                <a:cs typeface="ASSWUK+Helvetica-Bold" panose="020B0704020202020204"/>
              </a:rPr>
              <a:t>control(t1)</a:t>
            </a:r>
            <a:endParaRPr sz="1200" b="1">
              <a:solidFill>
                <a:srgbClr val="000000"/>
              </a:solidFill>
              <a:latin typeface="ASSWUK+Helvetica-Bold" panose="020B0704020202020204"/>
              <a:cs typeface="ASSWUK+Helvetica-Bold" panose="020B070402020202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70016" y="5032288"/>
            <a:ext cx="750802" cy="400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5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solidFill>
                  <a:srgbClr val="000000"/>
                </a:solidFill>
                <a:latin typeface="NEHUMP+Helvetica" panose="020B0604020202020204"/>
                <a:cs typeface="NEHUMP+Helvetica" panose="020B0604020202020204"/>
              </a:rPr>
              <a:t>stop(t2)</a:t>
            </a:r>
            <a:endParaRPr sz="1200">
              <a:solidFill>
                <a:srgbClr val="000000"/>
              </a:solidFill>
              <a:latin typeface="NEHUMP+Helvetica" panose="020B0604020202020204"/>
              <a:cs typeface="NEHUMP+Helvetica" panose="020B0604020202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036567" y="5254779"/>
            <a:ext cx="1016186" cy="400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5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solidFill>
                  <a:srgbClr val="000000"/>
                </a:solidFill>
                <a:latin typeface="NEHUMP+Helvetica" panose="020B0604020202020204"/>
                <a:cs typeface="NEHUMP+Helvetica" panose="020B0604020202020204"/>
              </a:rPr>
              <a:t>start(t2, b0)</a:t>
            </a:r>
            <a:endParaRPr sz="1200">
              <a:solidFill>
                <a:srgbClr val="000000"/>
              </a:solidFill>
              <a:latin typeface="NEHUMP+Helvetica" panose="020B0604020202020204"/>
              <a:cs typeface="NEHUMP+Helvetica" panose="020B060402020202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85573" y="5323244"/>
            <a:ext cx="588142" cy="400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5"/>
              </a:lnSpc>
              <a:spcBef>
                <a:spcPct val="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ASSWUK+Helvetica-Bold" panose="020B0704020202020204"/>
                <a:cs typeface="ASSWUK+Helvetica-Bold" panose="020B0704020202020204"/>
              </a:rPr>
              <a:t>Tank</a:t>
            </a:r>
            <a:endParaRPr sz="1200" b="1">
              <a:solidFill>
                <a:srgbClr val="000000"/>
              </a:solidFill>
              <a:latin typeface="ASSWUK+Helvetica-Bold" panose="020B0704020202020204"/>
              <a:cs typeface="ASSWUK+Helvetica-Bold" panose="020B070402020202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973161" y="5425924"/>
            <a:ext cx="947634" cy="400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5"/>
              </a:lnSpc>
              <a:spcBef>
                <a:spcPct val="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ASSWUK+Helvetica-Bold" panose="020B0704020202020204"/>
                <a:cs typeface="ASSWUK+Helvetica-Bold" panose="020B0704020202020204"/>
              </a:rPr>
              <a:t>Heater(t2)</a:t>
            </a:r>
            <a:endParaRPr sz="1200" b="1">
              <a:solidFill>
                <a:srgbClr val="000000"/>
              </a:solidFill>
              <a:latin typeface="ASSWUK+Helvetica-Bold" panose="020B0704020202020204"/>
              <a:cs typeface="ASSWUK+Helvetica-Bold" panose="020B070402020202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84558" y="5545735"/>
            <a:ext cx="990154" cy="400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5"/>
              </a:lnSpc>
              <a:spcBef>
                <a:spcPct val="0"/>
              </a:spcBef>
              <a:spcAft>
                <a:spcPct val="0"/>
              </a:spcAft>
            </a:pPr>
            <a:r>
              <a:rPr sz="1200" b="1">
                <a:solidFill>
                  <a:srgbClr val="000000"/>
                </a:solidFill>
                <a:latin typeface="ASSWUK+Helvetica-Bold" panose="020B0704020202020204"/>
                <a:cs typeface="ASSWUK+Helvetica-Bold" panose="020B0704020202020204"/>
              </a:rPr>
              <a:t>control(t2)</a:t>
            </a:r>
            <a:endParaRPr sz="1200" b="1">
              <a:solidFill>
                <a:srgbClr val="000000"/>
              </a:solidFill>
              <a:latin typeface="ASSWUK+Helvetica-Bold" panose="020B0704020202020204"/>
              <a:cs typeface="ASSWUK+Helvetica-Bold" panose="020B070402020202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809276" y="5597082"/>
            <a:ext cx="1152969" cy="623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5" marR="0">
              <a:lnSpc>
                <a:spcPts val="1355"/>
              </a:lnSpc>
              <a:spcBef>
                <a:spcPct val="0"/>
              </a:spcBef>
              <a:spcAft>
                <a:spcPct val="0"/>
              </a:spcAft>
            </a:pPr>
            <a:r>
              <a:rPr sz="1200">
                <a:solidFill>
                  <a:srgbClr val="000000"/>
                </a:solidFill>
                <a:latin typeface="NEHUMP+Helvetica" panose="020B0604020202020204"/>
                <a:cs typeface="NEHUMP+Helvetica" panose="020B0604020202020204"/>
              </a:rPr>
              <a:t>switch on(t2),</a:t>
            </a:r>
            <a:endParaRPr sz="1200">
              <a:solidFill>
                <a:srgbClr val="000000"/>
              </a:solidFill>
              <a:latin typeface="NEHUMP+Helvetica" panose="020B0604020202020204"/>
              <a:cs typeface="NEHUMP+Helvetica" panose="020B0604020202020204"/>
            </a:endParaRPr>
          </a:p>
          <a:p>
            <a:pPr marL="0" marR="0">
              <a:lnSpc>
                <a:spcPts val="1355"/>
              </a:lnSpc>
              <a:spcBef>
                <a:spcPts val="345"/>
              </a:spcBef>
              <a:spcAft>
                <a:spcPct val="0"/>
              </a:spcAft>
            </a:pPr>
            <a:r>
              <a:rPr sz="1200">
                <a:solidFill>
                  <a:srgbClr val="000000"/>
                </a:solidFill>
                <a:latin typeface="NEHUMP+Helvetica" panose="020B0604020202020204"/>
                <a:cs typeface="NEHUMP+Helvetica" panose="020B0604020202020204"/>
              </a:rPr>
              <a:t>switch off()t2)</a:t>
            </a:r>
            <a:endParaRPr sz="1200">
              <a:solidFill>
                <a:srgbClr val="000000"/>
              </a:solidFill>
              <a:latin typeface="NEHUMP+Helvetica" panose="020B0604020202020204"/>
              <a:cs typeface="NEHUMP+Helvetica" panose="020B060402020202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KBODSG+CMR7" panose="02000500000000000000"/>
                <a:cs typeface="KBODSG+CMR7" panose="02000500000000000000"/>
              </a:rPr>
              <a:t>268</a:t>
            </a:r>
            <a:endParaRPr sz="1450">
              <a:solidFill>
                <a:srgbClr val="000000"/>
              </a:solidFill>
              <a:latin typeface="KBODSG+CMR7" panose="02000500000000000000"/>
              <a:cs typeface="KBODSG+CMR7" panose="02000500000000000000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180385"/>
            <a:ext cx="2410029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4">
                <a:solidFill>
                  <a:srgbClr val="000000"/>
                </a:solidFill>
                <a:latin typeface="RTLRFS+CMBX12~c" panose="02000500000000000000"/>
                <a:cs typeface="RTLRFS+CMBX12~c" panose="02000500000000000000"/>
              </a:rPr>
              <a:t>Components</a:t>
            </a:r>
            <a:endParaRPr sz="2500" spc="-14">
              <a:solidFill>
                <a:srgbClr val="000000"/>
              </a:solidFill>
              <a:latin typeface="RTLRFS+CMBX12~c" panose="02000500000000000000"/>
              <a:cs typeface="RTLRFS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1646910"/>
            <a:ext cx="8642582" cy="1082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32">
                <a:solidFill>
                  <a:srgbClr val="000000"/>
                </a:solidFill>
                <a:latin typeface="AKRQKG+CMTI10" panose="02000500000000000000"/>
                <a:cs typeface="AKRQKG+CMTI10" panose="02000500000000000000"/>
              </a:rPr>
              <a:t>Very</a:t>
            </a:r>
            <a:r>
              <a:rPr sz="2050" spc="2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overloaded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term.</a:t>
            </a:r>
            <a:r>
              <a:rPr sz="2050" spc="4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For</a:t>
            </a:r>
            <a:r>
              <a:rPr sz="2050" spc="2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us:</a:t>
            </a:r>
            <a:r>
              <a:rPr sz="2050" spc="3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component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=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part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executing</a:t>
            </a:r>
            <a:endParaRPr sz="2050" spc="12">
              <a:solidFill>
                <a:srgbClr val="000000"/>
              </a:solidFill>
              <a:latin typeface="SQFJJP+CMR10" panose="02000500000000000000"/>
              <a:cs typeface="SQFJJP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3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SuD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delivers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service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its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environment.</a:t>
            </a:r>
            <a:endParaRPr sz="2050">
              <a:solidFill>
                <a:srgbClr val="000000"/>
              </a:solidFill>
              <a:latin typeface="SQFJJP+CMR10" panose="02000500000000000000"/>
              <a:cs typeface="SQFJJP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91" y="2536927"/>
            <a:ext cx="3004340" cy="2118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VQVDV+CMSY10~25" panose="02000500000000000000"/>
                <a:cs typeface="GVQVD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Data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transformation</a:t>
            </a:r>
            <a:endParaRPr sz="2050">
              <a:solidFill>
                <a:srgbClr val="000000"/>
              </a:solidFill>
              <a:latin typeface="SQFJJP+CMR10" panose="02000500000000000000"/>
              <a:cs typeface="SQFJJP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VQVDV+CMSY10~25" panose="02000500000000000000"/>
                <a:cs typeface="GVQVD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Data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store</a:t>
            </a:r>
            <a:endParaRPr sz="2050">
              <a:solidFill>
                <a:srgbClr val="000000"/>
              </a:solidFill>
              <a:latin typeface="SQFJJP+CMR10" panose="02000500000000000000"/>
              <a:cs typeface="SQFJJP+CMR10" panose="02000500000000000000"/>
            </a:endParaRPr>
          </a:p>
          <a:p>
            <a:pPr marL="347345" marR="0">
              <a:lnSpc>
                <a:spcPts val="2520"/>
              </a:lnSpc>
              <a:spcBef>
                <a:spcPts val="98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DGELO+CMBX10" panose="02000500000000000000"/>
                <a:cs typeface="WDGELO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5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Variable</a:t>
            </a:r>
            <a:endParaRPr sz="2050" spc="-15">
              <a:solidFill>
                <a:srgbClr val="000000"/>
              </a:solidFill>
              <a:latin typeface="SQFJJP+CMR10" panose="02000500000000000000"/>
              <a:cs typeface="SQFJJP+CMR10" panose="02000500000000000000"/>
            </a:endParaRPr>
          </a:p>
          <a:p>
            <a:pPr marL="347345" marR="0">
              <a:lnSpc>
                <a:spcPts val="2520"/>
              </a:lnSpc>
              <a:spcBef>
                <a:spcPts val="98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DGELO+CMBX10" panose="02000500000000000000"/>
                <a:cs typeface="WDGELO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Database</a:t>
            </a:r>
            <a:endParaRPr sz="2050">
              <a:solidFill>
                <a:srgbClr val="000000"/>
              </a:solidFill>
              <a:latin typeface="SQFJJP+CMR10" panose="02000500000000000000"/>
              <a:cs typeface="SQFJJP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88" y="4463268"/>
            <a:ext cx="1874339" cy="14164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VQVDV+CMSY10~25" panose="02000500000000000000"/>
                <a:cs typeface="GVQVD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Subsystem</a:t>
            </a:r>
            <a:endParaRPr sz="2050" spc="11">
              <a:solidFill>
                <a:srgbClr val="000000"/>
              </a:solidFill>
              <a:latin typeface="SQFJJP+CMR10" panose="02000500000000000000"/>
              <a:cs typeface="SQFJJP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50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VQVDV+CMSY10~25" panose="02000500000000000000"/>
                <a:cs typeface="GVQVD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7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Object</a:t>
            </a:r>
            <a:endParaRPr sz="2050" spc="37">
              <a:solidFill>
                <a:srgbClr val="000000"/>
              </a:solidFill>
              <a:latin typeface="SQFJJP+CMR10" panose="02000500000000000000"/>
              <a:cs typeface="SQFJJP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4268" y="5501114"/>
            <a:ext cx="8734251" cy="145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60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To</a:t>
            </a:r>
            <a:r>
              <a:rPr sz="2050" spc="3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deal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with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time-varying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collection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components,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we</a:t>
            </a:r>
            <a:r>
              <a:rPr sz="2050" spc="2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also</a:t>
            </a:r>
            <a:endParaRPr sz="2050">
              <a:solidFill>
                <a:srgbClr val="000000"/>
              </a:solidFill>
              <a:latin typeface="SQFJJP+CMR10" panose="02000500000000000000"/>
              <a:cs typeface="SQFJJP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-11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show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5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object</a:t>
            </a:r>
            <a:r>
              <a:rPr sz="2050" spc="1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classes.</a:t>
            </a:r>
            <a:r>
              <a:rPr sz="2050" spc="3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These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components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themselves.</a:t>
            </a:r>
            <a:r>
              <a:rPr sz="2050" spc="3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(They</a:t>
            </a:r>
            <a:endParaRPr sz="2050" spc="11">
              <a:solidFill>
                <a:srgbClr val="000000"/>
              </a:solidFill>
              <a:latin typeface="SQFJJP+CMR10" panose="02000500000000000000"/>
              <a:cs typeface="SQFJJP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AKRQKG+CMTI10" panose="02000500000000000000"/>
                <a:cs typeface="AKRQKG+CMTI10" panose="02000500000000000000"/>
              </a:rPr>
              <a:t>types</a:t>
            </a:r>
            <a:r>
              <a:rPr sz="2050" spc="2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of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QFJJP+CMR10" panose="02000500000000000000"/>
                <a:cs typeface="SQFJJP+CMR10" panose="02000500000000000000"/>
              </a:rPr>
              <a:t>components.)</a:t>
            </a:r>
            <a:endParaRPr sz="2050" spc="10">
              <a:solidFill>
                <a:srgbClr val="000000"/>
              </a:solidFill>
              <a:latin typeface="SQFJJP+CMR10" panose="02000500000000000000"/>
              <a:cs typeface="SQFJJP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HSKVQS+CMR7" panose="02000500000000000000"/>
                <a:cs typeface="HSKVQS+CMR7" panose="02000500000000000000"/>
              </a:rPr>
              <a:t>269</a:t>
            </a:r>
            <a:endParaRPr sz="1450">
              <a:solidFill>
                <a:srgbClr val="000000"/>
              </a:solidFill>
              <a:latin typeface="HSKVQS+CMR7" panose="02000500000000000000"/>
              <a:cs typeface="HSKVQS+CMR7" panose="02000500000000000000"/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014013"/>
            <a:ext cx="4450799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8">
                <a:solidFill>
                  <a:srgbClr val="000000"/>
                </a:solidFill>
                <a:latin typeface="MHRBBH+CMBX12~c" panose="02000500000000000000"/>
                <a:cs typeface="MHRBBH+CMBX12~c" panose="02000500000000000000"/>
              </a:rPr>
              <a:t>Communication</a:t>
            </a:r>
            <a:r>
              <a:rPr sz="2500" spc="3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2">
                <a:solidFill>
                  <a:srgbClr val="000000"/>
                </a:solidFill>
                <a:latin typeface="MHRBBH+CMBX12~c" panose="02000500000000000000"/>
                <a:cs typeface="MHRBBH+CMBX12~c" panose="02000500000000000000"/>
              </a:rPr>
              <a:t>channels</a:t>
            </a:r>
            <a:endParaRPr sz="2500" spc="-22">
              <a:solidFill>
                <a:srgbClr val="000000"/>
              </a:solidFill>
              <a:latin typeface="MHRBBH+CMBX12~c" panose="02000500000000000000"/>
              <a:cs typeface="MHRBBH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2480537"/>
            <a:ext cx="246546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Same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as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in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DFDs.</a:t>
            </a:r>
            <a:endParaRPr sz="2050" spc="13">
              <a:solidFill>
                <a:srgbClr val="000000"/>
              </a:solidFill>
              <a:latin typeface="HKWFPS+CMR10" panose="02000500000000000000"/>
              <a:cs typeface="HKWFPS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4253" y="2998697"/>
            <a:ext cx="6953702" cy="1748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185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JETOC+CMSY10~25" panose="02000500000000000000"/>
                <a:cs typeface="HJETO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8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Event</a:t>
            </a:r>
            <a:r>
              <a:rPr sz="2050" spc="1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channel.</a:t>
            </a:r>
            <a:r>
              <a:rPr sz="2050" spc="3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Named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after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cause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eﬀect.</a:t>
            </a:r>
            <a:endParaRPr sz="2050" spc="10">
              <a:solidFill>
                <a:srgbClr val="000000"/>
              </a:solidFill>
              <a:latin typeface="HKWFPS+CMR10" panose="02000500000000000000"/>
              <a:cs typeface="HKWFPS+CMR10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50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JETOC+CMSY10~25" panose="02000500000000000000"/>
                <a:cs typeface="HJETO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Data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channel.</a:t>
            </a:r>
            <a:r>
              <a:rPr sz="2050" spc="3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Time-discrete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time-continuous.</a:t>
            </a:r>
            <a:endParaRPr sz="2050">
              <a:solidFill>
                <a:srgbClr val="000000"/>
              </a:solidFill>
              <a:latin typeface="HKWFPS+CMR10" panose="02000500000000000000"/>
              <a:cs typeface="HKWFPS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156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There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two</a:t>
            </a:r>
            <a:r>
              <a:rPr sz="2050" spc="2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kinds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addressing.</a:t>
            </a:r>
            <a:endParaRPr sz="2050">
              <a:solidFill>
                <a:srgbClr val="000000"/>
              </a:solidFill>
              <a:latin typeface="HKWFPS+CMR10" panose="02000500000000000000"/>
              <a:cs typeface="HKWFPS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66" y="4554703"/>
            <a:ext cx="8677246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JETOC+CMSY10~25" panose="02000500000000000000"/>
                <a:cs typeface="HJETO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NMNCB+CMBX10" panose="02000500000000000000"/>
                <a:cs typeface="LNMNCB+CMBX10" panose="02000500000000000000"/>
              </a:rPr>
              <a:t>Channel</a:t>
            </a:r>
            <a:r>
              <a:rPr sz="2050" spc="2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NMNCB+CMBX10" panose="02000500000000000000"/>
                <a:cs typeface="LNMNCB+CMBX10" panose="02000500000000000000"/>
              </a:rPr>
              <a:t>addressing.</a:t>
            </a:r>
            <a:r>
              <a:rPr sz="2050" spc="3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Item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sent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channel.</a:t>
            </a:r>
            <a:r>
              <a:rPr sz="2050" spc="3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Used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DFDs.</a:t>
            </a:r>
            <a:endParaRPr sz="2050" spc="13">
              <a:solidFill>
                <a:srgbClr val="000000"/>
              </a:solidFill>
              <a:latin typeface="HKWFPS+CMR10" panose="02000500000000000000"/>
              <a:cs typeface="HKWFPS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569" y="5072865"/>
            <a:ext cx="7319616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JETOC+CMSY10~25" panose="02000500000000000000"/>
                <a:cs typeface="HJETO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NMNCB+CMBX10" panose="02000500000000000000"/>
                <a:cs typeface="LNMNCB+CMBX10" panose="02000500000000000000"/>
              </a:rPr>
              <a:t>Destination</a:t>
            </a:r>
            <a:r>
              <a:rPr sz="2050" spc="2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NMNCB+CMBX10" panose="02000500000000000000"/>
                <a:cs typeface="LNMNCB+CMBX10" panose="02000500000000000000"/>
              </a:rPr>
              <a:t>addressing.</a:t>
            </a:r>
            <a:r>
              <a:rPr sz="2050" spc="3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Item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sent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individual</a:t>
            </a:r>
            <a:endParaRPr sz="2050" spc="10">
              <a:solidFill>
                <a:srgbClr val="000000"/>
              </a:solidFill>
              <a:latin typeface="HKWFPS+CMR10" panose="02000500000000000000"/>
              <a:cs typeface="HKWFPS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6702" y="5444722"/>
            <a:ext cx="4188079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destinations.</a:t>
            </a:r>
            <a:r>
              <a:rPr sz="2050" spc="3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Used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HKWFPS+CMR10" panose="02000500000000000000"/>
                <a:cs typeface="HKWFPS+CMR10" panose="02000500000000000000"/>
              </a:rPr>
              <a:t>UML.</a:t>
            </a:r>
            <a:endParaRPr sz="2050" spc="14">
              <a:solidFill>
                <a:srgbClr val="000000"/>
              </a:solidFill>
              <a:latin typeface="HKWFPS+CMR10" panose="02000500000000000000"/>
              <a:cs typeface="HKWFPS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KNNVHE+CMR7" panose="02000500000000000000"/>
                <a:cs typeface="KNNVHE+CMR7" panose="02000500000000000000"/>
              </a:rPr>
              <a:t>270</a:t>
            </a:r>
            <a:endParaRPr sz="1450">
              <a:solidFill>
                <a:srgbClr val="000000"/>
              </a:solidFill>
              <a:latin typeface="KNNVHE+CMR7" panose="02000500000000000000"/>
              <a:cs typeface="KNNVHE+CMR7" panose="02000500000000000000"/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474517"/>
            <a:ext cx="3042354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>
                <a:solidFill>
                  <a:srgbClr val="000000"/>
                </a:solidFill>
                <a:latin typeface="JBSWDU+CMBX12~c" panose="02000500000000000000"/>
                <a:cs typeface="JBSWDU+CMBX12~c" panose="02000500000000000000"/>
              </a:rPr>
              <a:t>(De)composition</a:t>
            </a:r>
            <a:endParaRPr sz="2500">
              <a:solidFill>
                <a:srgbClr val="000000"/>
              </a:solidFill>
              <a:latin typeface="JBSWDU+CMBX12~c" panose="02000500000000000000"/>
              <a:cs typeface="JBSWDU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1941041"/>
            <a:ext cx="215220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Represented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by</a:t>
            </a:r>
            <a:endParaRPr sz="2050" spc="-47">
              <a:solidFill>
                <a:srgbClr val="000000"/>
              </a:solidFill>
              <a:latin typeface="QMWVDR+CMR10" panose="02000500000000000000"/>
              <a:cs typeface="QMWVDR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82" y="2459203"/>
            <a:ext cx="6424305" cy="141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UHNAO+CMSY10~25" panose="02000500000000000000"/>
                <a:cs typeface="PUHNAO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containment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6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nodes</a:t>
            </a:r>
            <a:endParaRPr sz="2050" spc="26">
              <a:solidFill>
                <a:srgbClr val="000000"/>
              </a:solidFill>
              <a:latin typeface="QMWVDR+CMR10" panose="02000500000000000000"/>
              <a:cs typeface="QMWVDR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UHNAO+CMSY10~25" panose="02000500000000000000"/>
                <a:cs typeface="PUHNAO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simply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specifying</a:t>
            </a:r>
            <a:r>
              <a:rPr sz="2050" spc="13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component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elsewhere.</a:t>
            </a:r>
            <a:endParaRPr sz="2050" spc="10">
              <a:solidFill>
                <a:srgbClr val="000000"/>
              </a:solidFill>
              <a:latin typeface="QMWVDR+CMR10" panose="02000500000000000000"/>
              <a:cs typeface="QMWVDR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78293" y="3582729"/>
            <a:ext cx="430469" cy="12200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LDGQMR+Helvetica" panose="020B0604020202020204"/>
                <a:cs typeface="LDGQMR+Helvetica" panose="020B0604020202020204"/>
              </a:rPr>
              <a:t>x</a:t>
            </a:r>
            <a:endParaRPr sz="1600">
              <a:solidFill>
                <a:srgbClr val="000000"/>
              </a:solidFill>
              <a:latin typeface="LDGQMR+Helvetica" panose="020B0604020202020204"/>
              <a:cs typeface="LDGQMR+Helvetica" panose="020B0604020202020204"/>
            </a:endParaRPr>
          </a:p>
          <a:p>
            <a:pPr marL="22860" marR="0">
              <a:lnSpc>
                <a:spcPts val="1810"/>
              </a:lnSpc>
              <a:spcBef>
                <a:spcPts val="359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LDGQMR+Helvetica" panose="020B0604020202020204"/>
                <a:cs typeface="LDGQMR+Helvetica" panose="020B0604020202020204"/>
              </a:rPr>
              <a:t>y</a:t>
            </a:r>
            <a:endParaRPr sz="1600">
              <a:solidFill>
                <a:srgbClr val="000000"/>
              </a:solidFill>
              <a:latin typeface="LDGQMR+Helvetica" panose="020B0604020202020204"/>
              <a:cs typeface="LDGQMR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51110" y="3719825"/>
            <a:ext cx="419167" cy="534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LDGQMR+Helvetica" panose="020B0604020202020204"/>
                <a:cs typeface="LDGQMR+Helvetica" panose="020B0604020202020204"/>
              </a:rPr>
              <a:t>e</a:t>
            </a:r>
            <a:endParaRPr sz="1600">
              <a:solidFill>
                <a:srgbClr val="000000"/>
              </a:solidFill>
              <a:latin typeface="LDGQMR+Helvetica" panose="020B0604020202020204"/>
              <a:cs typeface="LDGQMR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41800" y="3834071"/>
            <a:ext cx="441960" cy="534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>
                <a:solidFill>
                  <a:srgbClr val="000000"/>
                </a:solidFill>
                <a:latin typeface="EBQQSR+Helvetica-Bold" panose="020B0704020202020204"/>
                <a:cs typeface="EBQQSR+Helvetica-Bold" panose="020B0704020202020204"/>
              </a:rPr>
              <a:t>S</a:t>
            </a:r>
            <a:endParaRPr sz="1600" b="1">
              <a:solidFill>
                <a:srgbClr val="000000"/>
              </a:solidFill>
              <a:latin typeface="EBQQSR+Helvetica-Bold" panose="020B0704020202020204"/>
              <a:cs typeface="EBQQSR+Helvetica-Bold" panose="020B07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07750" y="3948323"/>
            <a:ext cx="567675" cy="534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4">
                <a:solidFill>
                  <a:srgbClr val="000000"/>
                </a:solidFill>
                <a:latin typeface="EBQQSR+Helvetica-Bold" panose="020B0704020202020204"/>
                <a:cs typeface="EBQQSR+Helvetica-Bold" panose="020B0704020202020204"/>
              </a:rPr>
              <a:t>C1</a:t>
            </a:r>
            <a:endParaRPr sz="1600" b="1" spc="14">
              <a:solidFill>
                <a:srgbClr val="000000"/>
              </a:solidFill>
              <a:latin typeface="EBQQSR+Helvetica-Bold" panose="020B0704020202020204"/>
              <a:cs typeface="EBQQSR+Helvetica-Bold" panose="020B07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50204" y="3948323"/>
            <a:ext cx="567675" cy="534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spc="14">
                <a:solidFill>
                  <a:srgbClr val="000000"/>
                </a:solidFill>
                <a:latin typeface="EBQQSR+Helvetica-Bold" panose="020B0704020202020204"/>
                <a:cs typeface="EBQQSR+Helvetica-Bold" panose="020B0704020202020204"/>
              </a:rPr>
              <a:t>C2</a:t>
            </a:r>
            <a:endParaRPr sz="1600" b="1" spc="14">
              <a:solidFill>
                <a:srgbClr val="000000"/>
              </a:solidFill>
              <a:latin typeface="EBQQSR+Helvetica-Bold" panose="020B0704020202020204"/>
              <a:cs typeface="EBQQSR+Helvetica-Bold" panose="020B07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580" y="4914365"/>
            <a:ext cx="8422125" cy="19330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UHNAO+CMSY10~25" panose="02000500000000000000"/>
                <a:cs typeface="PUHNAO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SPOAF+CMSS10" panose="02000500000000000000"/>
                <a:cs typeface="ESPOAF+CMSS10" panose="02000500000000000000"/>
              </a:rPr>
              <a:t>C1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SPOAF+CMSS10" panose="02000500000000000000"/>
                <a:cs typeface="ESPOAF+CMSS10" panose="02000500000000000000"/>
              </a:rPr>
              <a:t>C2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can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9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both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triggered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an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occurrence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event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ESPOAF+CMSS10" panose="02000500000000000000"/>
                <a:cs typeface="ESPOAF+CMSS10" panose="02000500000000000000"/>
              </a:rPr>
              <a:t>e</a:t>
            </a:r>
            <a:r>
              <a:rPr sz="2050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.</a:t>
            </a:r>
            <a:endParaRPr sz="2050">
              <a:solidFill>
                <a:srgbClr val="000000"/>
              </a:solidFill>
              <a:latin typeface="QMWVDR+CMR10" panose="02000500000000000000"/>
              <a:cs typeface="QMWVDR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UHNAO+CMSY10~25" panose="02000500000000000000"/>
                <a:cs typeface="PUHNAO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SPOAF+CMSS10" panose="02000500000000000000"/>
                <a:cs typeface="ESPOAF+CMSS10" panose="02000500000000000000"/>
              </a:rPr>
              <a:t>C1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SPOAF+CMSS10" panose="02000500000000000000"/>
                <a:cs typeface="ESPOAF+CMSS10" panose="02000500000000000000"/>
              </a:rPr>
              <a:t>C2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can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9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both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read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value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of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SPOAF+CMSS10" panose="02000500000000000000"/>
                <a:cs typeface="ESPOAF+CMSS10" panose="02000500000000000000"/>
              </a:rPr>
              <a:t>x</a:t>
            </a:r>
            <a:r>
              <a:rPr sz="2050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.</a:t>
            </a:r>
            <a:endParaRPr sz="2050">
              <a:solidFill>
                <a:srgbClr val="000000"/>
              </a:solidFill>
              <a:latin typeface="QMWVDR+CMR10" panose="02000500000000000000"/>
              <a:cs typeface="QMWVDR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UHNAO+CMSY10~25" panose="02000500000000000000"/>
                <a:cs typeface="PUHNAO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SPOAF+CMSS10" panose="02000500000000000000"/>
                <a:cs typeface="ESPOAF+CMSS10" panose="02000500000000000000"/>
              </a:rPr>
              <a:t>C1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SPOAF+CMSS10" panose="02000500000000000000"/>
                <a:cs typeface="ESPOAF+CMSS10" panose="02000500000000000000"/>
              </a:rPr>
              <a:t>C2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can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9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both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write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value</a:t>
            </a:r>
            <a:r>
              <a:rPr sz="2050" spc="2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SPOAF+CMSS10" panose="02000500000000000000"/>
                <a:cs typeface="ESPOAF+CMSS10" panose="02000500000000000000"/>
              </a:rPr>
              <a:t>y</a:t>
            </a:r>
            <a:r>
              <a:rPr sz="2050">
                <a:solidFill>
                  <a:srgbClr val="000000"/>
                </a:solidFill>
                <a:latin typeface="QMWVDR+CMR10" panose="02000500000000000000"/>
                <a:cs typeface="QMWVDR+CMR10" panose="02000500000000000000"/>
              </a:rPr>
              <a:t>.</a:t>
            </a:r>
            <a:endParaRPr sz="2050">
              <a:solidFill>
                <a:srgbClr val="000000"/>
              </a:solidFill>
              <a:latin typeface="QMWVDR+CMR10" panose="02000500000000000000"/>
              <a:cs typeface="QMWVDR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DENLEJ+CMR7" panose="02000500000000000000"/>
                <a:cs typeface="DENLEJ+CMR7" panose="02000500000000000000"/>
              </a:rPr>
              <a:t>271</a:t>
            </a:r>
            <a:endParaRPr sz="1450">
              <a:solidFill>
                <a:srgbClr val="000000"/>
              </a:solidFill>
              <a:latin typeface="DENLEJ+CMR7" panose="02000500000000000000"/>
              <a:cs typeface="DENLEJ+CMR7" panose="02000500000000000000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649777"/>
            <a:ext cx="5026129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>
                <a:solidFill>
                  <a:srgbClr val="000000"/>
                </a:solidFill>
                <a:latin typeface="IWSCBF+CMBX12~c" panose="02000500000000000000"/>
                <a:cs typeface="IWSCBF+CMBX12~c" panose="02000500000000000000"/>
              </a:rPr>
              <a:t>Closely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IWSCBF+CMBX12~c" panose="02000500000000000000"/>
                <a:cs typeface="IWSCBF+CMBX12~c" panose="02000500000000000000"/>
              </a:rPr>
              <a:t>coupled</a:t>
            </a:r>
            <a:r>
              <a:rPr sz="2500" spc="3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IWSCBF+CMBX12~c" panose="02000500000000000000"/>
                <a:cs typeface="IWSCBF+CMBX12~c" panose="02000500000000000000"/>
              </a:rPr>
              <a:t>components</a:t>
            </a:r>
            <a:endParaRPr sz="2500" spc="-14">
              <a:solidFill>
                <a:srgbClr val="000000"/>
              </a:solidFill>
              <a:latin typeface="IWSCBF+CMBX12~c" panose="02000500000000000000"/>
              <a:cs typeface="IWSCBF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86404" y="2502376"/>
            <a:ext cx="368728" cy="4829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JGTHPL+Helvetica" panose="020B0604020202020204"/>
                <a:cs typeface="JGTHPL+Helvetica" panose="020B0604020202020204"/>
              </a:rPr>
              <a:t>x</a:t>
            </a:r>
            <a:endParaRPr sz="1450">
              <a:solidFill>
                <a:srgbClr val="000000"/>
              </a:solidFill>
              <a:latin typeface="JGTHPL+Helvetica" panose="020B0604020202020204"/>
              <a:cs typeface="JGTHPL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82650" y="2502376"/>
            <a:ext cx="368728" cy="4829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JGTHPL+Helvetica" panose="020B0604020202020204"/>
                <a:cs typeface="JGTHPL+Helvetica" panose="020B0604020202020204"/>
              </a:rPr>
              <a:t>y</a:t>
            </a:r>
            <a:endParaRPr sz="1450">
              <a:solidFill>
                <a:srgbClr val="000000"/>
              </a:solidFill>
              <a:latin typeface="JGTHPL+Helvetica" panose="020B0604020202020204"/>
              <a:cs typeface="JGTHPL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86148" y="2707938"/>
            <a:ext cx="512721" cy="4829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5"/>
              </a:lnSpc>
              <a:spcBef>
                <a:spcPct val="0"/>
              </a:spcBef>
              <a:spcAft>
                <a:spcPct val="0"/>
              </a:spcAft>
            </a:pPr>
            <a:r>
              <a:rPr sz="1450" b="1">
                <a:solidFill>
                  <a:srgbClr val="000000"/>
                </a:solidFill>
                <a:latin typeface="UARURD+Helvetica-Bold" panose="020B0704020202020204"/>
                <a:cs typeface="UARURD+Helvetica-Bold" panose="020B0704020202020204"/>
              </a:rPr>
              <a:t>C1</a:t>
            </a:r>
            <a:endParaRPr sz="1450" b="1">
              <a:solidFill>
                <a:srgbClr val="000000"/>
              </a:solidFill>
              <a:latin typeface="UARURD+Helvetica-Bold" panose="020B0704020202020204"/>
              <a:cs typeface="UARURD+Helvetica-Bold" panose="020B07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3958" y="2707938"/>
            <a:ext cx="512721" cy="4829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5"/>
              </a:lnSpc>
              <a:spcBef>
                <a:spcPct val="0"/>
              </a:spcBef>
              <a:spcAft>
                <a:spcPct val="0"/>
              </a:spcAft>
            </a:pPr>
            <a:r>
              <a:rPr sz="1450" b="1">
                <a:solidFill>
                  <a:srgbClr val="000000"/>
                </a:solidFill>
                <a:latin typeface="UARURD+Helvetica-Bold" panose="020B0704020202020204"/>
                <a:cs typeface="UARURD+Helvetica-Bold" panose="020B0704020202020204"/>
              </a:rPr>
              <a:t>C2</a:t>
            </a:r>
            <a:endParaRPr sz="1450" b="1">
              <a:solidFill>
                <a:srgbClr val="000000"/>
              </a:solidFill>
              <a:latin typeface="UARURD+Helvetica-Bold" panose="020B0704020202020204"/>
              <a:cs typeface="UARURD+Helvetica-Bold" panose="020B07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41770" y="2707938"/>
            <a:ext cx="512721" cy="4829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5"/>
              </a:lnSpc>
              <a:spcBef>
                <a:spcPct val="0"/>
              </a:spcBef>
              <a:spcAft>
                <a:spcPct val="0"/>
              </a:spcAft>
            </a:pPr>
            <a:r>
              <a:rPr sz="1450" b="1">
                <a:solidFill>
                  <a:srgbClr val="000000"/>
                </a:solidFill>
                <a:latin typeface="UARURD+Helvetica-Bold" panose="020B0704020202020204"/>
                <a:cs typeface="UARURD+Helvetica-Bold" panose="020B0704020202020204"/>
              </a:rPr>
              <a:t>C3</a:t>
            </a:r>
            <a:endParaRPr sz="1450" b="1">
              <a:solidFill>
                <a:srgbClr val="000000"/>
              </a:solidFill>
              <a:latin typeface="UARURD+Helvetica-Bold" panose="020B0704020202020204"/>
              <a:cs typeface="UARURD+Helvetica-Bold" panose="020B07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580" y="3591534"/>
            <a:ext cx="496222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AMCMS+CMSY10~25" panose="02000500000000000000"/>
                <a:cs typeface="NAMCMS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ULNBP+CMSS10" panose="02000500000000000000"/>
                <a:cs typeface="BULNBP+CMSS10" panose="02000500000000000000"/>
              </a:rPr>
              <a:t>C1</a:t>
            </a:r>
            <a:r>
              <a:rPr sz="2050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,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ULNBP+CMSS10" panose="02000500000000000000"/>
                <a:cs typeface="BULNBP+CMSS10" panose="02000500000000000000"/>
              </a:rPr>
              <a:t>C2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ULNBP+CMSS10" panose="02000500000000000000"/>
                <a:cs typeface="BULNBP+CMSS10" panose="02000500000000000000"/>
              </a:rPr>
              <a:t>C3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have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same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interface.</a:t>
            </a:r>
            <a:endParaRPr sz="2050">
              <a:solidFill>
                <a:srgbClr val="000000"/>
              </a:solidFill>
              <a:latin typeface="KEJWLL+CMR10" panose="02000500000000000000"/>
              <a:cs typeface="KEJWLL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4590" y="4111218"/>
            <a:ext cx="8179497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AMCMS+CMSY10~25" panose="02000500000000000000"/>
                <a:cs typeface="NAMCMS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3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Events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generated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one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component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sensed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by</a:t>
            </a:r>
            <a:r>
              <a:rPr sz="2050" spc="24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other</a:t>
            </a:r>
            <a:endParaRPr sz="2050" spc="10">
              <a:solidFill>
                <a:srgbClr val="000000"/>
              </a:solidFill>
              <a:latin typeface="KEJWLL+CMR10" panose="02000500000000000000"/>
              <a:cs typeface="KEJWLL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16720" y="4481551"/>
            <a:ext cx="662737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closely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coupled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components.</a:t>
            </a:r>
            <a:r>
              <a:rPr sz="2050" spc="3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3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(Event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broadcasting)</a:t>
            </a:r>
            <a:endParaRPr sz="2050">
              <a:solidFill>
                <a:srgbClr val="000000"/>
              </a:solidFill>
              <a:latin typeface="KEJWLL+CMR10" panose="02000500000000000000"/>
              <a:cs typeface="KEJWLL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4582" y="5001235"/>
            <a:ext cx="8531380" cy="145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AMCMS+CMSY10~25" panose="02000500000000000000"/>
                <a:cs typeface="NAMCMS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state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any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closely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coupled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component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readable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any</a:t>
            </a:r>
            <a:endParaRPr sz="2050" spc="-20">
              <a:solidFill>
                <a:srgbClr val="000000"/>
              </a:solidFill>
              <a:latin typeface="KEJWLL+CMR10" panose="02000500000000000000"/>
              <a:cs typeface="KEJWLL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395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other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closely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coupled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component.</a:t>
            </a:r>
            <a:r>
              <a:rPr sz="2050" spc="3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This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permits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use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of</a:t>
            </a:r>
            <a:endParaRPr sz="2050">
              <a:solidFill>
                <a:srgbClr val="000000"/>
              </a:solidFill>
              <a:latin typeface="KEJWLL+CMR10" panose="02000500000000000000"/>
              <a:cs typeface="KEJWLL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ULNBP+CMSS10" panose="02000500000000000000"/>
                <a:cs typeface="BULNBP+CMSS10" panose="02000500000000000000"/>
              </a:rPr>
              <a:t>in(State)</a:t>
            </a:r>
            <a:r>
              <a:rPr sz="2050">
                <a:solidFill>
                  <a:srgbClr val="000000"/>
                </a:solidFill>
                <a:latin typeface="KEJWLL+CMR10" panose="02000500000000000000"/>
                <a:cs typeface="KEJWLL+CMR10" panose="02000500000000000000"/>
              </a:rPr>
              <a:t>.</a:t>
            </a:r>
            <a:endParaRPr sz="2050">
              <a:solidFill>
                <a:srgbClr val="000000"/>
              </a:solidFill>
              <a:latin typeface="KEJWLL+CMR10" panose="02000500000000000000"/>
              <a:cs typeface="KEJWLL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BMFTRE+CMR7" panose="02000500000000000000"/>
                <a:cs typeface="BMFTRE+CMR7" panose="02000500000000000000"/>
              </a:rPr>
              <a:t>272</a:t>
            </a:r>
            <a:endParaRPr sz="1450">
              <a:solidFill>
                <a:srgbClr val="000000"/>
              </a:solidFill>
              <a:latin typeface="BMFTRE+CMR7" panose="02000500000000000000"/>
              <a:cs typeface="BMFTRE+CMR7" panose="02000500000000000000"/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83789"/>
            <a:ext cx="7326884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28">
                <a:solidFill>
                  <a:srgbClr val="000000"/>
                </a:solidFill>
                <a:latin typeface="KRBQKD+CMBX12~c" panose="02000500000000000000"/>
                <a:cs typeface="KRBQKD+CMBX12~c" panose="02000500000000000000"/>
              </a:rPr>
              <a:t>Elevator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9">
                <a:solidFill>
                  <a:srgbClr val="000000"/>
                </a:solidFill>
                <a:latin typeface="KRBQKD+CMBX12~c" panose="02000500000000000000"/>
                <a:cs typeface="KRBQKD+CMBX12~c" panose="02000500000000000000"/>
              </a:rPr>
              <a:t>controller</a:t>
            </a:r>
            <a:r>
              <a:rPr sz="2500" spc="3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KRBQKD+CMBX12~c" panose="02000500000000000000"/>
                <a:cs typeface="KRBQKD+CMBX12~c" panose="02000500000000000000"/>
              </a:rPr>
              <a:t>composition</a:t>
            </a:r>
            <a:r>
              <a:rPr sz="2500" spc="3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2">
                <a:solidFill>
                  <a:srgbClr val="000000"/>
                </a:solidFill>
                <a:latin typeface="KRBQKD+CMBX12~c" panose="02000500000000000000"/>
                <a:cs typeface="KRBQKD+CMBX12~c" panose="02000500000000000000"/>
              </a:rPr>
              <a:t>fragment</a:t>
            </a:r>
            <a:endParaRPr sz="2500" spc="-22">
              <a:solidFill>
                <a:srgbClr val="000000"/>
              </a:solidFill>
              <a:latin typeface="KRBQKD+CMBX12~c" panose="02000500000000000000"/>
              <a:cs typeface="KRBQKD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64902" y="1526530"/>
            <a:ext cx="4345451" cy="758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Elevator control</a:t>
            </a:r>
            <a:endParaRPr sz="1800">
              <a:solidFill>
                <a:srgbClr val="000000"/>
              </a:solidFill>
              <a:latin typeface="AWAKRT+Helvetica" panose="020B0604020202020204"/>
              <a:cs typeface="AWAKRT+Helvetica" panose="020B0604020202020204"/>
            </a:endParaRPr>
          </a:p>
          <a:p>
            <a:pPr marL="2103120" marR="0">
              <a:lnSpc>
                <a:spcPts val="126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start motor(b, c),</a:t>
            </a:r>
            <a:endParaRPr sz="1800">
              <a:solidFill>
                <a:srgbClr val="000000"/>
              </a:solidFill>
              <a:latin typeface="AWAKRT+Helvetica" panose="020B0604020202020204"/>
              <a:cs typeface="AWAKRT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09081" y="1983412"/>
            <a:ext cx="1536429" cy="895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continue(c),</a:t>
            </a:r>
            <a:endParaRPr sz="1800">
              <a:solidFill>
                <a:srgbClr val="000000"/>
              </a:solidFill>
              <a:latin typeface="AWAKRT+Helvetica" panose="020B0604020202020204"/>
              <a:cs typeface="AWAKRT+Helvetica" panose="020B0604020202020204"/>
            </a:endParaRPr>
          </a:p>
          <a:p>
            <a:pPr marL="8255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reverse(c)</a:t>
            </a:r>
            <a:endParaRPr sz="1800">
              <a:solidFill>
                <a:srgbClr val="000000"/>
              </a:solidFill>
              <a:latin typeface="AWAKRT+Helvetica" panose="020B0604020202020204"/>
              <a:cs typeface="AWAKRT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96325" y="2074789"/>
            <a:ext cx="1409380" cy="598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Movement</a:t>
            </a:r>
            <a:endParaRPr sz="1800">
              <a:solidFill>
                <a:srgbClr val="000000"/>
              </a:solidFill>
              <a:latin typeface="AWAKRT+Helvetica" panose="020B0604020202020204"/>
              <a:cs typeface="AWAKRT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83555" y="2143318"/>
            <a:ext cx="2518255" cy="895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Arrive</a:t>
            </a:r>
            <a:r>
              <a:rPr sz="1800" spc="2387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 </a:t>
            </a:r>
            <a:r>
              <a:rPr sz="1800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arrive(b, c)</a:t>
            </a:r>
            <a:endParaRPr sz="1800">
              <a:solidFill>
                <a:srgbClr val="000000"/>
              </a:solidFill>
              <a:latin typeface="AWAKRT+Helvetica" panose="020B0604020202020204"/>
              <a:cs typeface="AWAKRT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stimulus</a:t>
            </a:r>
            <a:endParaRPr sz="1800">
              <a:solidFill>
                <a:srgbClr val="000000"/>
              </a:solidFill>
              <a:latin typeface="AWAKRT+Helvetica" panose="020B0604020202020204"/>
              <a:cs typeface="AWAKRT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80321" y="2257542"/>
            <a:ext cx="952492" cy="1192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Motor</a:t>
            </a:r>
            <a:endParaRPr sz="1800">
              <a:solidFill>
                <a:srgbClr val="000000"/>
              </a:solidFill>
              <a:latin typeface="AWAKRT+Helvetica" panose="020B0604020202020204"/>
              <a:cs typeface="AWAKRT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action</a:t>
            </a:r>
            <a:endParaRPr sz="1800">
              <a:solidFill>
                <a:srgbClr val="000000"/>
              </a:solidFill>
              <a:latin typeface="AWAKRT+Helvetica" panose="020B0604020202020204"/>
              <a:cs typeface="AWAKRT+Helvetica" panose="020B0604020202020204"/>
            </a:endParaRPr>
          </a:p>
          <a:p>
            <a:pPr marL="2540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comp</a:t>
            </a:r>
            <a:endParaRPr sz="1800">
              <a:solidFill>
                <a:srgbClr val="000000"/>
              </a:solidFill>
              <a:latin typeface="AWAKRT+Helvetica" panose="020B0604020202020204"/>
              <a:cs typeface="AWAKRT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86733" y="2371766"/>
            <a:ext cx="1028566" cy="598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control</a:t>
            </a:r>
            <a:endParaRPr sz="1800">
              <a:solidFill>
                <a:srgbClr val="000000"/>
              </a:solidFill>
              <a:latin typeface="AWAKRT+Helvetica" panose="020B0604020202020204"/>
              <a:cs typeface="AWAKRT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43750" y="2737272"/>
            <a:ext cx="660245" cy="598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rec</a:t>
            </a:r>
            <a:endParaRPr sz="1800">
              <a:solidFill>
                <a:srgbClr val="000000"/>
              </a:solidFill>
              <a:latin typeface="AWAKRT+Helvetica" panose="020B0604020202020204"/>
              <a:cs typeface="AWAKRT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81994" y="2874342"/>
            <a:ext cx="838047" cy="598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Door</a:t>
            </a:r>
            <a:endParaRPr sz="1800">
              <a:solidFill>
                <a:srgbClr val="000000"/>
              </a:solidFill>
              <a:latin typeface="AWAKRT+Helvetica" panose="020B0604020202020204"/>
              <a:cs typeface="AWAKRT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49873" y="3171319"/>
            <a:ext cx="1269614" cy="895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780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doors</a:t>
            </a:r>
            <a:endParaRPr sz="1800">
              <a:solidFill>
                <a:srgbClr val="000000"/>
              </a:solidFill>
              <a:latin typeface="AWAKRT+Helvetica" panose="020B0604020202020204"/>
              <a:cs typeface="AWAKRT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closed(c)</a:t>
            </a:r>
            <a:endParaRPr sz="1800">
              <a:solidFill>
                <a:srgbClr val="000000"/>
              </a:solidFill>
              <a:latin typeface="AWAKRT+Helvetica" panose="020B0604020202020204"/>
              <a:cs typeface="AWAKRT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86733" y="3171319"/>
            <a:ext cx="1028566" cy="598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control</a:t>
            </a:r>
            <a:endParaRPr sz="1800">
              <a:solidFill>
                <a:srgbClr val="000000"/>
              </a:solidFill>
              <a:latin typeface="AWAKRT+Helvetica" panose="020B0604020202020204"/>
              <a:cs typeface="AWAKRT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46546" y="3285543"/>
            <a:ext cx="1815638" cy="895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open doors(c),</a:t>
            </a:r>
            <a:endParaRPr sz="1800">
              <a:solidFill>
                <a:srgbClr val="000000"/>
              </a:solidFill>
              <a:latin typeface="AWAKRT+Helvetica" panose="020B0604020202020204"/>
              <a:cs typeface="AWAKRT+Helvetica" panose="020B0604020202020204"/>
            </a:endParaRPr>
          </a:p>
          <a:p>
            <a:pPr marL="1905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close doors(c)</a:t>
            </a:r>
            <a:endParaRPr sz="1800">
              <a:solidFill>
                <a:srgbClr val="000000"/>
              </a:solidFill>
              <a:latin typeface="AWAKRT+Helvetica" panose="020B0604020202020204"/>
              <a:cs typeface="AWAKRT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83552" y="3399767"/>
            <a:ext cx="1180713" cy="1192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Door</a:t>
            </a:r>
            <a:endParaRPr sz="1800">
              <a:solidFill>
                <a:srgbClr val="000000"/>
              </a:solidFill>
              <a:latin typeface="AWAKRT+Helvetica" panose="020B0604020202020204"/>
              <a:cs typeface="AWAKRT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stimulus</a:t>
            </a:r>
            <a:endParaRPr sz="1800">
              <a:solidFill>
                <a:srgbClr val="000000"/>
              </a:solidFill>
              <a:latin typeface="AWAKRT+Helvetica" panose="020B0604020202020204"/>
              <a:cs typeface="AWAKRT+Helvetica" panose="020B0604020202020204"/>
            </a:endParaRPr>
          </a:p>
          <a:p>
            <a:pPr marL="26035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rec</a:t>
            </a:r>
            <a:endParaRPr sz="1800">
              <a:solidFill>
                <a:srgbClr val="000000"/>
              </a:solidFill>
              <a:latin typeface="AWAKRT+Helvetica" panose="020B0604020202020204"/>
              <a:cs typeface="AWAKRT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89701" y="3628207"/>
            <a:ext cx="1422560" cy="1192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5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Allocation</a:t>
            </a:r>
            <a:endParaRPr sz="1800">
              <a:solidFill>
                <a:srgbClr val="000000"/>
              </a:solidFill>
              <a:latin typeface="AWAKRT+Helvetica" panose="020B0604020202020204"/>
              <a:cs typeface="AWAKRT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and button</a:t>
            </a:r>
            <a:endParaRPr sz="1800">
              <a:solidFill>
                <a:srgbClr val="000000"/>
              </a:solidFill>
              <a:latin typeface="AWAKRT+Helvetica" panose="020B0604020202020204"/>
              <a:cs typeface="AWAKRT+Helvetica" panose="020B0604020202020204"/>
            </a:endParaRPr>
          </a:p>
          <a:p>
            <a:pPr marL="19685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control</a:t>
            </a:r>
            <a:endParaRPr sz="1800">
              <a:solidFill>
                <a:srgbClr val="000000"/>
              </a:solidFill>
              <a:latin typeface="AWAKRT+Helvetica" panose="020B0604020202020204"/>
              <a:cs typeface="AWAKRT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80314" y="3628202"/>
            <a:ext cx="952492" cy="1192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Door</a:t>
            </a:r>
            <a:endParaRPr sz="1800">
              <a:solidFill>
                <a:srgbClr val="000000"/>
              </a:solidFill>
              <a:latin typeface="AWAKRT+Helvetica" panose="020B0604020202020204"/>
              <a:cs typeface="AWAKRT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action</a:t>
            </a:r>
            <a:endParaRPr sz="1800">
              <a:solidFill>
                <a:srgbClr val="000000"/>
              </a:solidFill>
              <a:latin typeface="AWAKRT+Helvetica" panose="020B0604020202020204"/>
              <a:cs typeface="AWAKRT+Helvetica" panose="020B0604020202020204"/>
            </a:endParaRPr>
          </a:p>
          <a:p>
            <a:pPr marL="2540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comp</a:t>
            </a:r>
            <a:endParaRPr sz="1800">
              <a:solidFill>
                <a:srgbClr val="000000"/>
              </a:solidFill>
              <a:latin typeface="AWAKRT+Helvetica" panose="020B0604020202020204"/>
              <a:cs typeface="AWAKRT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94310" y="4541979"/>
            <a:ext cx="1180713" cy="895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780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pass</a:t>
            </a:r>
            <a:endParaRPr sz="1800">
              <a:solidFill>
                <a:srgbClr val="000000"/>
              </a:solidFill>
              <a:latin typeface="AWAKRT+Helvetica" panose="020B0604020202020204"/>
              <a:cs typeface="AWAKRT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doors(c)</a:t>
            </a:r>
            <a:endParaRPr sz="1800">
              <a:solidFill>
                <a:srgbClr val="000000"/>
              </a:solidFill>
              <a:latin typeface="AWAKRT+Helvetica" panose="020B0604020202020204"/>
              <a:cs typeface="AWAKRT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78907" y="4656204"/>
            <a:ext cx="1244293" cy="1192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Direction</a:t>
            </a:r>
            <a:endParaRPr sz="1800">
              <a:solidFill>
                <a:srgbClr val="000000"/>
              </a:solidFill>
              <a:latin typeface="AWAKRT+Helvetica" panose="020B0604020202020204"/>
              <a:cs typeface="AWAKRT+Helvetica" panose="020B0604020202020204"/>
            </a:endParaRPr>
          </a:p>
          <a:p>
            <a:pPr marL="1905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indicator</a:t>
            </a:r>
            <a:endParaRPr sz="1800">
              <a:solidFill>
                <a:srgbClr val="000000"/>
              </a:solidFill>
              <a:latin typeface="AWAKRT+Helvetica" panose="020B0604020202020204"/>
              <a:cs typeface="AWAKRT+Helvetica" panose="020B0604020202020204"/>
            </a:endParaRPr>
          </a:p>
          <a:p>
            <a:pPr marL="10795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control</a:t>
            </a:r>
            <a:endParaRPr sz="1800">
              <a:solidFill>
                <a:srgbClr val="000000"/>
              </a:solidFill>
              <a:latin typeface="AWAKRT+Helvetica" panose="020B0604020202020204"/>
              <a:cs typeface="AWAKRT+Helvetica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83551" y="4770428"/>
            <a:ext cx="1180713" cy="1192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0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Entry</a:t>
            </a:r>
            <a:endParaRPr sz="1800">
              <a:solidFill>
                <a:srgbClr val="000000"/>
              </a:solidFill>
              <a:latin typeface="AWAKRT+Helvetica" panose="020B0604020202020204"/>
              <a:cs typeface="AWAKRT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stimulus</a:t>
            </a:r>
            <a:endParaRPr sz="1800">
              <a:solidFill>
                <a:srgbClr val="000000"/>
              </a:solidFill>
              <a:latin typeface="AWAKRT+Helvetica" panose="020B0604020202020204"/>
              <a:cs typeface="AWAKRT+Helvetica" panose="020B0604020202020204"/>
            </a:endParaRPr>
          </a:p>
          <a:p>
            <a:pPr marL="26035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WAKRT+Helvetica" panose="020B0604020202020204"/>
                <a:cs typeface="AWAKRT+Helvetica" panose="020B0604020202020204"/>
              </a:rPr>
              <a:t>rec</a:t>
            </a:r>
            <a:endParaRPr sz="1800">
              <a:solidFill>
                <a:srgbClr val="000000"/>
              </a:solidFill>
              <a:latin typeface="AWAKRT+Helvetica" panose="020B0604020202020204"/>
              <a:cs typeface="AWAKRT+Helvetica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44261" y="6089370"/>
            <a:ext cx="7627843" cy="10776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VLCLM+CMR10" panose="02000500000000000000"/>
                <a:cs typeface="TVLCLM+CMR10" panose="02000500000000000000"/>
              </a:rPr>
              <a:t>Arrows</a:t>
            </a:r>
            <a:r>
              <a:rPr sz="2050" spc="2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TVLCLM+CMR10" panose="02000500000000000000"/>
                <a:cs typeface="TVLCLM+CMR10" panose="02000500000000000000"/>
              </a:rPr>
              <a:t>show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TVLCLM+CMR10" panose="02000500000000000000"/>
                <a:cs typeface="TVLCLM+CMR10" panose="02000500000000000000"/>
              </a:rPr>
              <a:t>possible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VLCLM+CMR10" panose="02000500000000000000"/>
                <a:cs typeface="TVLCLM+CMR10" panose="02000500000000000000"/>
              </a:rPr>
              <a:t>interfaces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VLCLM+CMR10" panose="02000500000000000000"/>
                <a:cs typeface="TVLCLM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VLCLM+CMR10" panose="02000500000000000000"/>
                <a:cs typeface="TVLCLM+CMR10" panose="02000500000000000000"/>
              </a:rPr>
              <a:t>all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VLCLM+CMR10" panose="02000500000000000000"/>
                <a:cs typeface="TVLCLM+CMR10" panose="02000500000000000000"/>
              </a:rPr>
              <a:t>four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VLCLM+CMR10" panose="02000500000000000000"/>
                <a:cs typeface="TVLCLM+CMR10" panose="02000500000000000000"/>
              </a:rPr>
              <a:t>closely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TVLCLM+CMR10" panose="02000500000000000000"/>
                <a:cs typeface="TVLCLM+CMR10" panose="02000500000000000000"/>
              </a:rPr>
              <a:t>coupled</a:t>
            </a:r>
            <a:endParaRPr sz="2050" spc="11">
              <a:solidFill>
                <a:srgbClr val="000000"/>
              </a:solidFill>
              <a:latin typeface="TVLCLM+CMR10" panose="02000500000000000000"/>
              <a:cs typeface="TVLCLM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375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TVLCLM+CMR10" panose="02000500000000000000"/>
                <a:cs typeface="TVLCLM+CMR10" panose="02000500000000000000"/>
              </a:rPr>
              <a:t>components.</a:t>
            </a:r>
            <a:endParaRPr sz="2050" spc="10">
              <a:solidFill>
                <a:srgbClr val="000000"/>
              </a:solidFill>
              <a:latin typeface="TVLCLM+CMR10" panose="02000500000000000000"/>
              <a:cs typeface="TVLCLM+CMR10" panose="0200050000000000000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QLWUIM+CMR7" panose="02000500000000000000"/>
                <a:cs typeface="QLWUIM+CMR7" panose="02000500000000000000"/>
              </a:rPr>
              <a:t>273</a:t>
            </a:r>
            <a:endParaRPr sz="1450">
              <a:solidFill>
                <a:srgbClr val="000000"/>
              </a:solidFill>
              <a:latin typeface="QLWUIM+CMR7" panose="02000500000000000000"/>
              <a:cs typeface="QLWUIM+CMR7" panose="02000500000000000000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462445"/>
            <a:ext cx="5573346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6">
                <a:solidFill>
                  <a:srgbClr val="000000"/>
                </a:solidFill>
                <a:latin typeface="WOIIWE+CMBX10" panose="02000500000000000000"/>
                <a:cs typeface="WOIIWE+CMBX10" panose="02000500000000000000"/>
              </a:rPr>
              <a:t>Allocation</a:t>
            </a:r>
            <a:r>
              <a:rPr sz="2050" spc="2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OIIWE+CMBX10" panose="02000500000000000000"/>
                <a:cs typeface="WOIIWE+CMBX10" panose="02000500000000000000"/>
              </a:rPr>
              <a:t>of</a:t>
            </a:r>
            <a:r>
              <a:rPr sz="2050" spc="2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OIIWE+CMBX10" panose="02000500000000000000"/>
                <a:cs typeface="WOIIWE+CMBX10" panose="02000500000000000000"/>
              </a:rPr>
              <a:t>services</a:t>
            </a:r>
            <a:r>
              <a:rPr sz="2050" spc="2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OIIWE+CMBX10" panose="02000500000000000000"/>
                <a:cs typeface="WOIIWE+CMBX10" panose="02000500000000000000"/>
              </a:rPr>
              <a:t>to</a:t>
            </a:r>
            <a:r>
              <a:rPr sz="2050" spc="2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OIIWE+CMBX10" panose="02000500000000000000"/>
                <a:cs typeface="WOIIWE+CMBX10" panose="02000500000000000000"/>
              </a:rPr>
              <a:t>components</a:t>
            </a:r>
            <a:endParaRPr sz="2050" spc="10">
              <a:solidFill>
                <a:srgbClr val="000000"/>
              </a:solidFill>
              <a:latin typeface="WOIIWE+CMBX10" panose="02000500000000000000"/>
              <a:cs typeface="WOIIWE+CMBX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74893" y="2010239"/>
            <a:ext cx="1240540" cy="530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NPOSRM+CMSSBX10~2f4" panose="02000500000000000000"/>
                <a:cs typeface="NPOSRM+CMSSBX10~2f4" panose="02000500000000000000"/>
              </a:rPr>
              <a:t>Functions</a:t>
            </a:r>
            <a:endParaRPr sz="1650">
              <a:solidFill>
                <a:srgbClr val="000000"/>
              </a:solidFill>
              <a:latin typeface="NPOSRM+CMSSBX10~2f4" panose="02000500000000000000"/>
              <a:cs typeface="NPOSRM+CMSSBX10~2f4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1241" y="2374475"/>
            <a:ext cx="1074703" cy="824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sz="1650" spc="11">
                <a:solidFill>
                  <a:srgbClr val="000000"/>
                </a:solidFill>
                <a:latin typeface="NPOSRM+CMSSBX10~2f4" panose="02000500000000000000"/>
                <a:cs typeface="NPOSRM+CMSSBX10~2f4" panose="02000500000000000000"/>
              </a:rPr>
              <a:t>Compo-</a:t>
            </a:r>
            <a:endParaRPr sz="1650" spc="11">
              <a:solidFill>
                <a:srgbClr val="000000"/>
              </a:solidFill>
              <a:latin typeface="NPOSRM+CMSSBX10~2f4" panose="02000500000000000000"/>
              <a:cs typeface="NPOSRM+CMSSBX10~2f4" panose="02000500000000000000"/>
            </a:endParaRPr>
          </a:p>
          <a:p>
            <a:pPr marL="0" marR="0">
              <a:lnSpc>
                <a:spcPts val="1700"/>
              </a:lnSpc>
              <a:spcBef>
                <a:spcPts val="61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NPOSRM+CMSSBX10~2f4" panose="02000500000000000000"/>
                <a:cs typeface="NPOSRM+CMSSBX10~2f4" panose="02000500000000000000"/>
              </a:rPr>
              <a:t>nents</a:t>
            </a:r>
            <a:endParaRPr sz="1650">
              <a:solidFill>
                <a:srgbClr val="000000"/>
              </a:solidFill>
              <a:latin typeface="NPOSRM+CMSSBX10~2f4" panose="02000500000000000000"/>
              <a:cs typeface="NPOSRM+CMSSBX10~2f4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78937" y="2379988"/>
            <a:ext cx="918716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ROHFH+CMSS8" panose="02000500000000000000"/>
                <a:cs typeface="WROHFH+CMSS8" panose="02000500000000000000"/>
              </a:rPr>
              <a:t>Create</a:t>
            </a:r>
            <a:endParaRPr sz="1650">
              <a:solidFill>
                <a:srgbClr val="000000"/>
              </a:solidFill>
              <a:latin typeface="WROHFH+CMSS8" panose="02000500000000000000"/>
              <a:cs typeface="WROHFH+CMSS8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04817" y="2360176"/>
            <a:ext cx="782051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 spc="-12">
                <a:solidFill>
                  <a:srgbClr val="000000"/>
                </a:solidFill>
                <a:latin typeface="WROHFH+CMSS8" panose="02000500000000000000"/>
                <a:cs typeface="WROHFH+CMSS8" panose="02000500000000000000"/>
              </a:rPr>
              <a:t>Start</a:t>
            </a:r>
            <a:endParaRPr sz="1650" spc="-12">
              <a:solidFill>
                <a:srgbClr val="000000"/>
              </a:solidFill>
              <a:latin typeface="WROHFH+CMSS8" panose="02000500000000000000"/>
              <a:cs typeface="WROHFH+CMSS8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30697" y="2379988"/>
            <a:ext cx="1237698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ROHFH+CMSS8" panose="02000500000000000000"/>
                <a:cs typeface="WROHFH+CMSS8" panose="02000500000000000000"/>
              </a:rPr>
              <a:t>Switch</a:t>
            </a:r>
            <a:r>
              <a:rPr sz="16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ROHFH+CMSS8" panose="02000500000000000000"/>
                <a:cs typeface="WROHFH+CMSS8" panose="02000500000000000000"/>
              </a:rPr>
              <a:t>on</a:t>
            </a:r>
            <a:endParaRPr sz="1650">
              <a:solidFill>
                <a:srgbClr val="000000"/>
              </a:solidFill>
              <a:latin typeface="WROHFH+CMSS8" panose="02000500000000000000"/>
              <a:cs typeface="WROHFH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ROHFH+CMSS8" panose="02000500000000000000"/>
                <a:cs typeface="WROHFH+CMSS8" panose="02000500000000000000"/>
              </a:rPr>
              <a:t>heater</a:t>
            </a:r>
            <a:endParaRPr sz="1650">
              <a:solidFill>
                <a:srgbClr val="000000"/>
              </a:solidFill>
              <a:latin typeface="WROHFH+CMSS8" panose="02000500000000000000"/>
              <a:cs typeface="WROHFH+CMSS8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55053" y="2379988"/>
            <a:ext cx="1254127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ROHFH+CMSS8" panose="02000500000000000000"/>
                <a:cs typeface="WROHFH+CMSS8" panose="02000500000000000000"/>
              </a:rPr>
              <a:t>Switch</a:t>
            </a:r>
            <a:r>
              <a:rPr sz="16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ROHFH+CMSS8" panose="02000500000000000000"/>
                <a:cs typeface="WROHFH+CMSS8" panose="02000500000000000000"/>
              </a:rPr>
              <a:t>oﬀ</a:t>
            </a:r>
            <a:endParaRPr sz="1650">
              <a:solidFill>
                <a:srgbClr val="000000"/>
              </a:solidFill>
              <a:latin typeface="WROHFH+CMSS8" panose="02000500000000000000"/>
              <a:cs typeface="WROHFH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ROHFH+CMSS8" panose="02000500000000000000"/>
                <a:cs typeface="WROHFH+CMSS8" panose="02000500000000000000"/>
              </a:rPr>
              <a:t>heater</a:t>
            </a:r>
            <a:endParaRPr sz="1650">
              <a:solidFill>
                <a:srgbClr val="000000"/>
              </a:solidFill>
              <a:latin typeface="WROHFH+CMSS8" panose="02000500000000000000"/>
              <a:cs typeface="WROHFH+CMSS8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80934" y="2360176"/>
            <a:ext cx="864763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ROHFH+CMSS8" panose="02000500000000000000"/>
                <a:cs typeface="WROHFH+CMSS8" panose="02000500000000000000"/>
              </a:rPr>
              <a:t>Finish</a:t>
            </a:r>
            <a:endParaRPr sz="1650">
              <a:solidFill>
                <a:srgbClr val="000000"/>
              </a:solidFill>
              <a:latin typeface="WROHFH+CMSS8" panose="02000500000000000000"/>
              <a:cs typeface="WROHFH+CMSS8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04817" y="2654308"/>
            <a:ext cx="996600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ROHFH+CMSS8" panose="02000500000000000000"/>
                <a:cs typeface="WROHFH+CMSS8" panose="02000500000000000000"/>
              </a:rPr>
              <a:t>heating</a:t>
            </a:r>
            <a:endParaRPr sz="1650">
              <a:solidFill>
                <a:srgbClr val="000000"/>
              </a:solidFill>
              <a:latin typeface="WROHFH+CMSS8" panose="02000500000000000000"/>
              <a:cs typeface="WROHFH+CMSS8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80934" y="2654308"/>
            <a:ext cx="996600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ROHFH+CMSS8" panose="02000500000000000000"/>
                <a:cs typeface="WROHFH+CMSS8" panose="02000500000000000000"/>
              </a:rPr>
              <a:t>heating</a:t>
            </a:r>
            <a:endParaRPr sz="1650">
              <a:solidFill>
                <a:srgbClr val="000000"/>
              </a:solidFill>
              <a:latin typeface="WROHFH+CMSS8" panose="02000500000000000000"/>
              <a:cs typeface="WROHFH+CMSS8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78937" y="2674120"/>
            <a:ext cx="1316477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ROHFH+CMSS8" panose="02000500000000000000"/>
                <a:cs typeface="WROHFH+CMSS8" panose="02000500000000000000"/>
              </a:rPr>
              <a:t>batch</a:t>
            </a:r>
            <a:r>
              <a:rPr sz="16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ROHFH+CMSS8" panose="02000500000000000000"/>
                <a:cs typeface="WROHFH+CMSS8" panose="02000500000000000000"/>
              </a:rPr>
              <a:t>data</a:t>
            </a:r>
            <a:endParaRPr sz="1650">
              <a:solidFill>
                <a:srgbClr val="000000"/>
              </a:solidFill>
              <a:latin typeface="WROHFH+CMSS8" panose="02000500000000000000"/>
              <a:cs typeface="WROHFH+CMSS8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01241" y="3090172"/>
            <a:ext cx="819419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ROHFH+CMSS8" panose="02000500000000000000"/>
                <a:cs typeface="WROHFH+CMSS8" panose="02000500000000000000"/>
              </a:rPr>
              <a:t>Enter</a:t>
            </a:r>
            <a:endParaRPr sz="1650">
              <a:solidFill>
                <a:srgbClr val="000000"/>
              </a:solidFill>
              <a:latin typeface="WROHFH+CMSS8" panose="02000500000000000000"/>
              <a:cs typeface="WROHFH+CMSS8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78937" y="3236476"/>
            <a:ext cx="462956" cy="11635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ROHFH+CMSS8" panose="02000500000000000000"/>
                <a:cs typeface="WROHFH+CMSS8" panose="02000500000000000000"/>
              </a:rPr>
              <a:t>X</a:t>
            </a:r>
            <a:endParaRPr sz="1650">
              <a:solidFill>
                <a:srgbClr val="000000"/>
              </a:solidFill>
              <a:latin typeface="WROHFH+CMSS8" panose="02000500000000000000"/>
              <a:cs typeface="WROHFH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33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ROHFH+CMSS8" panose="02000500000000000000"/>
                <a:cs typeface="WROHFH+CMSS8" panose="02000500000000000000"/>
              </a:rPr>
              <a:t>X</a:t>
            </a:r>
            <a:endParaRPr sz="1650">
              <a:solidFill>
                <a:srgbClr val="000000"/>
              </a:solidFill>
              <a:latin typeface="WROHFH+CMSS8" panose="02000500000000000000"/>
              <a:cs typeface="WROHFH+CMSS8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01241" y="3384304"/>
            <a:ext cx="1314952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ROHFH+CMSS8" panose="02000500000000000000"/>
                <a:cs typeface="WROHFH+CMSS8" panose="02000500000000000000"/>
              </a:rPr>
              <a:t>batch</a:t>
            </a:r>
            <a:r>
              <a:rPr sz="16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ROHFH+CMSS8" panose="02000500000000000000"/>
                <a:cs typeface="WROHFH+CMSS8" panose="02000500000000000000"/>
              </a:rPr>
              <a:t>data</a:t>
            </a:r>
            <a:endParaRPr sz="1650">
              <a:solidFill>
                <a:srgbClr val="000000"/>
              </a:solidFill>
              <a:latin typeface="WROHFH+CMSS8" panose="02000500000000000000"/>
              <a:cs typeface="WROHFH+CMSS8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1241" y="3727204"/>
            <a:ext cx="864764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ROHFH+CMSS8" panose="02000500000000000000"/>
                <a:cs typeface="WROHFH+CMSS8" panose="02000500000000000000"/>
              </a:rPr>
              <a:t>Batch</a:t>
            </a:r>
            <a:endParaRPr sz="1650">
              <a:solidFill>
                <a:srgbClr val="000000"/>
              </a:solidFill>
              <a:latin typeface="WROHFH+CMSS8" panose="02000500000000000000"/>
              <a:cs typeface="WROHFH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ROHFH+CMSS8" panose="02000500000000000000"/>
                <a:cs typeface="WROHFH+CMSS8" panose="02000500000000000000"/>
              </a:rPr>
              <a:t>data</a:t>
            </a:r>
            <a:endParaRPr sz="1650">
              <a:solidFill>
                <a:srgbClr val="000000"/>
              </a:solidFill>
              <a:latin typeface="WROHFH+CMSS8" panose="02000500000000000000"/>
              <a:cs typeface="WROHFH+CMSS8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04728" y="3873508"/>
            <a:ext cx="463045" cy="1183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ROHFH+CMSS8" panose="02000500000000000000"/>
                <a:cs typeface="WROHFH+CMSS8" panose="02000500000000000000"/>
              </a:rPr>
              <a:t>X</a:t>
            </a:r>
            <a:endParaRPr sz="1650">
              <a:solidFill>
                <a:srgbClr val="000000"/>
              </a:solidFill>
              <a:latin typeface="WROHFH+CMSS8" panose="02000500000000000000"/>
              <a:cs typeface="WROHFH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345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ROHFH+CMSS8" panose="02000500000000000000"/>
                <a:cs typeface="WROHFH+CMSS8" panose="02000500000000000000"/>
              </a:rPr>
              <a:t>X</a:t>
            </a:r>
            <a:endParaRPr sz="1650">
              <a:solidFill>
                <a:srgbClr val="000000"/>
              </a:solidFill>
              <a:latin typeface="WROHFH+CMSS8" panose="02000500000000000000"/>
              <a:cs typeface="WROHFH+CMSS8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01241" y="4364236"/>
            <a:ext cx="782051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 spc="-12">
                <a:solidFill>
                  <a:srgbClr val="000000"/>
                </a:solidFill>
                <a:latin typeface="WROHFH+CMSS8" panose="02000500000000000000"/>
                <a:cs typeface="WROHFH+CMSS8" panose="02000500000000000000"/>
              </a:rPr>
              <a:t>Start</a:t>
            </a:r>
            <a:endParaRPr sz="1650" spc="-12">
              <a:solidFill>
                <a:srgbClr val="000000"/>
              </a:solidFill>
              <a:latin typeface="WROHFH+CMSS8" panose="02000500000000000000"/>
              <a:cs typeface="WROHFH+CMSS8" panose="0200050000000000000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01241" y="4658368"/>
            <a:ext cx="996600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ROHFH+CMSS8" panose="02000500000000000000"/>
                <a:cs typeface="WROHFH+CMSS8" panose="02000500000000000000"/>
              </a:rPr>
              <a:t>heating</a:t>
            </a:r>
            <a:endParaRPr sz="1650">
              <a:solidFill>
                <a:srgbClr val="000000"/>
              </a:solidFill>
              <a:latin typeface="WROHFH+CMSS8" panose="02000500000000000000"/>
              <a:cs typeface="WROHFH+CMSS8" panose="0200050000000000000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01241" y="5042416"/>
            <a:ext cx="797586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 spc="-34">
                <a:solidFill>
                  <a:srgbClr val="000000"/>
                </a:solidFill>
                <a:latin typeface="WROHFH+CMSS8" panose="02000500000000000000"/>
                <a:cs typeface="WROHFH+CMSS8" panose="02000500000000000000"/>
              </a:rPr>
              <a:t>Tank</a:t>
            </a:r>
            <a:endParaRPr sz="1650" spc="-34">
              <a:solidFill>
                <a:srgbClr val="000000"/>
              </a:solidFill>
              <a:latin typeface="WROHFH+CMSS8" panose="02000500000000000000"/>
              <a:cs typeface="WROHFH+CMSS8" panose="0200050000000000000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30697" y="5188720"/>
            <a:ext cx="462956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ROHFH+CMSS8" panose="02000500000000000000"/>
                <a:cs typeface="WROHFH+CMSS8" panose="02000500000000000000"/>
              </a:rPr>
              <a:t>X</a:t>
            </a:r>
            <a:endParaRPr sz="1650">
              <a:solidFill>
                <a:srgbClr val="000000"/>
              </a:solidFill>
              <a:latin typeface="WROHFH+CMSS8" panose="02000500000000000000"/>
              <a:cs typeface="WROHFH+CMSS8" panose="0200050000000000000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54964" y="5188720"/>
            <a:ext cx="462956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ROHFH+CMSS8" panose="02000500000000000000"/>
                <a:cs typeface="WROHFH+CMSS8" panose="02000500000000000000"/>
              </a:rPr>
              <a:t>X</a:t>
            </a:r>
            <a:endParaRPr sz="1650">
              <a:solidFill>
                <a:srgbClr val="000000"/>
              </a:solidFill>
              <a:latin typeface="WROHFH+CMSS8" panose="02000500000000000000"/>
              <a:cs typeface="WROHFH+CMSS8" panose="0200050000000000000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01241" y="5336548"/>
            <a:ext cx="960912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ROHFH+CMSS8" panose="02000500000000000000"/>
                <a:cs typeface="WROHFH+CMSS8" panose="02000500000000000000"/>
              </a:rPr>
              <a:t>control</a:t>
            </a:r>
            <a:endParaRPr sz="1650">
              <a:solidFill>
                <a:srgbClr val="000000"/>
              </a:solidFill>
              <a:latin typeface="WROHFH+CMSS8" panose="02000500000000000000"/>
              <a:cs typeface="WROHFH+CMSS8" panose="0200050000000000000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01241" y="5679448"/>
            <a:ext cx="1056431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ROHFH+CMSS8" panose="02000500000000000000"/>
                <a:cs typeface="WROHFH+CMSS8" panose="02000500000000000000"/>
              </a:rPr>
              <a:t>Monitor</a:t>
            </a:r>
            <a:endParaRPr sz="1650">
              <a:solidFill>
                <a:srgbClr val="000000"/>
              </a:solidFill>
              <a:latin typeface="WROHFH+CMSS8" panose="02000500000000000000"/>
              <a:cs typeface="WROHFH+CMSS8" panose="0200050000000000000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980934" y="5825752"/>
            <a:ext cx="462956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ROHFH+CMSS8" panose="02000500000000000000"/>
                <a:cs typeface="WROHFH+CMSS8" panose="02000500000000000000"/>
              </a:rPr>
              <a:t>X</a:t>
            </a:r>
            <a:endParaRPr sz="1650">
              <a:solidFill>
                <a:srgbClr val="000000"/>
              </a:solidFill>
              <a:latin typeface="WROHFH+CMSS8" panose="02000500000000000000"/>
              <a:cs typeface="WROHFH+CMSS8" panose="0200050000000000000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01241" y="5973580"/>
            <a:ext cx="1127484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WROHFH+CMSS8" panose="02000500000000000000"/>
                <a:cs typeface="WROHFH+CMSS8" panose="02000500000000000000"/>
              </a:rPr>
              <a:t>end</a:t>
            </a:r>
            <a:r>
              <a:rPr sz="16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WROHFH+CMSS8" panose="02000500000000000000"/>
                <a:cs typeface="WROHFH+CMSS8" panose="02000500000000000000"/>
              </a:rPr>
              <a:t>time</a:t>
            </a:r>
            <a:endParaRPr sz="1650">
              <a:solidFill>
                <a:srgbClr val="000000"/>
              </a:solidFill>
              <a:latin typeface="WROHFH+CMSS8" panose="02000500000000000000"/>
              <a:cs typeface="WROHFH+CMSS8" panose="02000500000000000000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VTHEAL+CMR7" panose="02000500000000000000"/>
                <a:cs typeface="VTHEAL+CMR7" panose="02000500000000000000"/>
              </a:rPr>
              <a:t>274</a:t>
            </a:r>
            <a:endParaRPr sz="1450">
              <a:solidFill>
                <a:srgbClr val="000000"/>
              </a:solidFill>
              <a:latin typeface="VTHEAL+CMR7" panose="02000500000000000000"/>
              <a:cs typeface="VTHEAL+CMR7" panose="02000500000000000000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172885"/>
            <a:ext cx="1736189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0">
                <a:solidFill>
                  <a:srgbClr val="000000"/>
                </a:solidFill>
                <a:latin typeface="BESQIR+CMBX10" panose="02000500000000000000"/>
                <a:cs typeface="BESQIR+CMBX10" panose="02000500000000000000"/>
              </a:rPr>
              <a:t>Flowdown</a:t>
            </a:r>
            <a:endParaRPr sz="2050" spc="-10">
              <a:solidFill>
                <a:srgbClr val="000000"/>
              </a:solidFill>
              <a:latin typeface="BESQIR+CMBX10" panose="02000500000000000000"/>
              <a:cs typeface="BESQIR+CMBX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74893" y="1670388"/>
            <a:ext cx="1240540" cy="530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HIUEFR+CMSSBX10~2f4" panose="02000500000000000000"/>
                <a:cs typeface="HIUEFR+CMSSBX10~2f4" panose="02000500000000000000"/>
              </a:rPr>
              <a:t>Functions</a:t>
            </a:r>
            <a:endParaRPr sz="1650">
              <a:solidFill>
                <a:srgbClr val="000000"/>
              </a:solidFill>
              <a:latin typeface="HIUEFR+CMSSBX10~2f4" panose="02000500000000000000"/>
              <a:cs typeface="HIUEFR+CMSSBX10~2f4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1241" y="2034623"/>
            <a:ext cx="1074703" cy="824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sz="1650" spc="11">
                <a:solidFill>
                  <a:srgbClr val="000000"/>
                </a:solidFill>
                <a:latin typeface="HIUEFR+CMSSBX10~2f4" panose="02000500000000000000"/>
                <a:cs typeface="HIUEFR+CMSSBX10~2f4" panose="02000500000000000000"/>
              </a:rPr>
              <a:t>Compo-</a:t>
            </a:r>
            <a:endParaRPr sz="1650" spc="11">
              <a:solidFill>
                <a:srgbClr val="000000"/>
              </a:solidFill>
              <a:latin typeface="HIUEFR+CMSSBX10~2f4" panose="02000500000000000000"/>
              <a:cs typeface="HIUEFR+CMSSBX10~2f4" panose="02000500000000000000"/>
            </a:endParaRPr>
          </a:p>
          <a:p>
            <a:pPr marL="0" marR="0">
              <a:lnSpc>
                <a:spcPts val="1700"/>
              </a:lnSpc>
              <a:spcBef>
                <a:spcPts val="61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HIUEFR+CMSSBX10~2f4" panose="02000500000000000000"/>
                <a:cs typeface="HIUEFR+CMSSBX10~2f4" panose="02000500000000000000"/>
              </a:rPr>
              <a:t>nents</a:t>
            </a:r>
            <a:endParaRPr sz="1650">
              <a:solidFill>
                <a:srgbClr val="000000"/>
              </a:solidFill>
              <a:latin typeface="HIUEFR+CMSSBX10~2f4" panose="02000500000000000000"/>
              <a:cs typeface="HIUEFR+CMSSBX10~2f4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78937" y="2040136"/>
            <a:ext cx="918716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Create</a:t>
            </a:r>
            <a:endParaRPr sz="1650">
              <a:solidFill>
                <a:srgbClr val="000000"/>
              </a:solidFill>
              <a:latin typeface="VAJOJE+CMSS8" panose="02000500000000000000"/>
              <a:cs typeface="VAJOJE+CMSS8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04817" y="2018800"/>
            <a:ext cx="782051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 spc="-12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Start</a:t>
            </a:r>
            <a:endParaRPr sz="1650" spc="-12">
              <a:solidFill>
                <a:srgbClr val="000000"/>
              </a:solidFill>
              <a:latin typeface="VAJOJE+CMSS8" panose="02000500000000000000"/>
              <a:cs typeface="VAJOJE+CMSS8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30697" y="2040136"/>
            <a:ext cx="1237698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Switch</a:t>
            </a:r>
            <a:r>
              <a:rPr sz="16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on</a:t>
            </a:r>
            <a:endParaRPr sz="1650">
              <a:solidFill>
                <a:srgbClr val="000000"/>
              </a:solidFill>
              <a:latin typeface="VAJOJE+CMSS8" panose="02000500000000000000"/>
              <a:cs typeface="VAJOJE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heater</a:t>
            </a:r>
            <a:endParaRPr sz="1650">
              <a:solidFill>
                <a:srgbClr val="000000"/>
              </a:solidFill>
              <a:latin typeface="VAJOJE+CMSS8" panose="02000500000000000000"/>
              <a:cs typeface="VAJOJE+CMSS8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55053" y="2040136"/>
            <a:ext cx="1254127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Switch</a:t>
            </a:r>
            <a:r>
              <a:rPr sz="16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oﬀ</a:t>
            </a:r>
            <a:endParaRPr sz="1650">
              <a:solidFill>
                <a:srgbClr val="000000"/>
              </a:solidFill>
              <a:latin typeface="VAJOJE+CMSS8" panose="02000500000000000000"/>
              <a:cs typeface="VAJOJE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heater</a:t>
            </a:r>
            <a:endParaRPr sz="1650">
              <a:solidFill>
                <a:srgbClr val="000000"/>
              </a:solidFill>
              <a:latin typeface="VAJOJE+CMSS8" panose="02000500000000000000"/>
              <a:cs typeface="VAJOJE+CMSS8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80934" y="2018800"/>
            <a:ext cx="864763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Finish</a:t>
            </a:r>
            <a:endParaRPr sz="1650">
              <a:solidFill>
                <a:srgbClr val="000000"/>
              </a:solidFill>
              <a:latin typeface="VAJOJE+CMSS8" panose="02000500000000000000"/>
              <a:cs typeface="VAJOJE+CMSS8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04817" y="2312932"/>
            <a:ext cx="996600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heating</a:t>
            </a:r>
            <a:endParaRPr sz="1650">
              <a:solidFill>
                <a:srgbClr val="000000"/>
              </a:solidFill>
              <a:latin typeface="VAJOJE+CMSS8" panose="02000500000000000000"/>
              <a:cs typeface="VAJOJE+CMSS8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80934" y="2312932"/>
            <a:ext cx="996600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heating</a:t>
            </a:r>
            <a:endParaRPr sz="1650">
              <a:solidFill>
                <a:srgbClr val="000000"/>
              </a:solidFill>
              <a:latin typeface="VAJOJE+CMSS8" panose="02000500000000000000"/>
              <a:cs typeface="VAJOJE+CMSS8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78937" y="2334268"/>
            <a:ext cx="1316477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batch</a:t>
            </a:r>
            <a:r>
              <a:rPr sz="16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data</a:t>
            </a:r>
            <a:endParaRPr sz="1650">
              <a:solidFill>
                <a:srgbClr val="000000"/>
              </a:solidFill>
              <a:latin typeface="VAJOJE+CMSS8" panose="02000500000000000000"/>
              <a:cs typeface="VAJOJE+CMSS8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78935" y="2750320"/>
            <a:ext cx="1172875" cy="1114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Accept</a:t>
            </a:r>
            <a:endParaRPr sz="1650">
              <a:solidFill>
                <a:srgbClr val="000000"/>
              </a:solidFill>
              <a:latin typeface="VAJOJE+CMSS8" panose="02000500000000000000"/>
              <a:cs typeface="VAJOJE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and</a:t>
            </a:r>
            <a:r>
              <a:rPr sz="16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12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store</a:t>
            </a:r>
            <a:endParaRPr sz="1650" spc="-12">
              <a:solidFill>
                <a:srgbClr val="000000"/>
              </a:solidFill>
              <a:latin typeface="VAJOJE+CMSS8" panose="02000500000000000000"/>
              <a:cs typeface="VAJOJE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data.</a:t>
            </a:r>
            <a:endParaRPr sz="1650">
              <a:solidFill>
                <a:srgbClr val="000000"/>
              </a:solidFill>
              <a:latin typeface="VAJOJE+CMSS8" panose="02000500000000000000"/>
              <a:cs typeface="VAJOJE+CMSS8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01241" y="2896624"/>
            <a:ext cx="819419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Enter</a:t>
            </a:r>
            <a:endParaRPr sz="1650">
              <a:solidFill>
                <a:srgbClr val="000000"/>
              </a:solidFill>
              <a:latin typeface="VAJOJE+CMSS8" panose="02000500000000000000"/>
              <a:cs typeface="VAJOJE+CMSS8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01241" y="3190756"/>
            <a:ext cx="1314952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batch</a:t>
            </a:r>
            <a:r>
              <a:rPr sz="16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data</a:t>
            </a:r>
            <a:endParaRPr sz="1650">
              <a:solidFill>
                <a:srgbClr val="000000"/>
              </a:solidFill>
              <a:latin typeface="VAJOJE+CMSS8" panose="02000500000000000000"/>
              <a:cs typeface="VAJOJE+CMSS8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1241" y="3681484"/>
            <a:ext cx="864764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Batch</a:t>
            </a:r>
            <a:endParaRPr sz="1650">
              <a:solidFill>
                <a:srgbClr val="000000"/>
              </a:solidFill>
              <a:latin typeface="VAJOJE+CMSS8" panose="02000500000000000000"/>
              <a:cs typeface="VAJOJE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data</a:t>
            </a:r>
            <a:endParaRPr sz="1650">
              <a:solidFill>
                <a:srgbClr val="000000"/>
              </a:solidFill>
              <a:latin typeface="VAJOJE+CMSS8" panose="02000500000000000000"/>
              <a:cs typeface="VAJOJE+CMSS8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04817" y="3681484"/>
            <a:ext cx="1014654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Provide</a:t>
            </a:r>
            <a:endParaRPr sz="1650">
              <a:solidFill>
                <a:srgbClr val="000000"/>
              </a:solidFill>
              <a:latin typeface="VAJOJE+CMSS8" panose="02000500000000000000"/>
              <a:cs typeface="VAJOJE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data</a:t>
            </a:r>
            <a:endParaRPr sz="1650">
              <a:solidFill>
                <a:srgbClr val="000000"/>
              </a:solidFill>
              <a:latin typeface="VAJOJE+CMSS8" panose="02000500000000000000"/>
              <a:cs typeface="VAJOJE+CMSS8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78937" y="3827788"/>
            <a:ext cx="1282879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 spc="-12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Store</a:t>
            </a:r>
            <a:r>
              <a:rPr sz="16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data</a:t>
            </a:r>
            <a:endParaRPr sz="1650">
              <a:solidFill>
                <a:srgbClr val="000000"/>
              </a:solidFill>
              <a:latin typeface="VAJOJE+CMSS8" panose="02000500000000000000"/>
              <a:cs typeface="VAJOJE+CMSS8" panose="0200050000000000000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01241" y="4318516"/>
            <a:ext cx="782051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 spc="-12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Start</a:t>
            </a:r>
            <a:endParaRPr sz="1650" spc="-12">
              <a:solidFill>
                <a:srgbClr val="000000"/>
              </a:solidFill>
              <a:latin typeface="VAJOJE+CMSS8" panose="02000500000000000000"/>
              <a:cs typeface="VAJOJE+CMSS8" panose="0200050000000000000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04817" y="4318516"/>
            <a:ext cx="782051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 spc="-12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Start</a:t>
            </a:r>
            <a:endParaRPr sz="1650" spc="-12">
              <a:solidFill>
                <a:srgbClr val="000000"/>
              </a:solidFill>
              <a:latin typeface="VAJOJE+CMSS8" panose="02000500000000000000"/>
              <a:cs typeface="VAJOJE+CMSS8" panose="0200050000000000000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01241" y="4612648"/>
            <a:ext cx="996600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heating</a:t>
            </a:r>
            <a:endParaRPr sz="1650">
              <a:solidFill>
                <a:srgbClr val="000000"/>
              </a:solidFill>
              <a:latin typeface="VAJOJE+CMSS8" panose="02000500000000000000"/>
              <a:cs typeface="VAJOJE+CMSS8" panose="0200050000000000000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004817" y="4612648"/>
            <a:ext cx="996600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heating</a:t>
            </a:r>
            <a:endParaRPr sz="1650">
              <a:solidFill>
                <a:srgbClr val="000000"/>
              </a:solidFill>
              <a:latin typeface="VAJOJE+CMSS8" panose="02000500000000000000"/>
              <a:cs typeface="VAJOJE+CMSS8" panose="0200050000000000000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30697" y="4996696"/>
            <a:ext cx="1237698" cy="1114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Switch</a:t>
            </a:r>
            <a:r>
              <a:rPr sz="16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on</a:t>
            </a:r>
            <a:endParaRPr sz="1650">
              <a:solidFill>
                <a:srgbClr val="000000"/>
              </a:solidFill>
              <a:latin typeface="VAJOJE+CMSS8" panose="02000500000000000000"/>
              <a:cs typeface="VAJOJE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when</a:t>
            </a:r>
            <a:r>
              <a:rPr sz="16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25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too</a:t>
            </a:r>
            <a:endParaRPr sz="1650" spc="25">
              <a:solidFill>
                <a:srgbClr val="000000"/>
              </a:solidFill>
              <a:latin typeface="VAJOJE+CMSS8" panose="02000500000000000000"/>
              <a:cs typeface="VAJOJE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cold</a:t>
            </a:r>
            <a:endParaRPr sz="1650">
              <a:solidFill>
                <a:srgbClr val="000000"/>
              </a:solidFill>
              <a:latin typeface="VAJOJE+CMSS8" panose="02000500000000000000"/>
              <a:cs typeface="VAJOJE+CMSS8" panose="0200050000000000000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655053" y="4996696"/>
            <a:ext cx="1254127" cy="1114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Switch</a:t>
            </a:r>
            <a:r>
              <a:rPr sz="16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oﬀ</a:t>
            </a:r>
            <a:endParaRPr sz="1650">
              <a:solidFill>
                <a:srgbClr val="000000"/>
              </a:solidFill>
              <a:latin typeface="VAJOJE+CMSS8" panose="02000500000000000000"/>
              <a:cs typeface="VAJOJE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when</a:t>
            </a:r>
            <a:r>
              <a:rPr sz="16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25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too</a:t>
            </a:r>
            <a:endParaRPr sz="1650" spc="25">
              <a:solidFill>
                <a:srgbClr val="000000"/>
              </a:solidFill>
              <a:latin typeface="VAJOJE+CMSS8" panose="02000500000000000000"/>
              <a:cs typeface="VAJOJE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hot</a:t>
            </a:r>
            <a:endParaRPr sz="1650">
              <a:solidFill>
                <a:srgbClr val="000000"/>
              </a:solidFill>
              <a:latin typeface="VAJOJE+CMSS8" panose="02000500000000000000"/>
              <a:cs typeface="VAJOJE+CMSS8" panose="0200050000000000000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01241" y="5143000"/>
            <a:ext cx="797586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 spc="-34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Tank</a:t>
            </a:r>
            <a:endParaRPr sz="1650" spc="-34">
              <a:solidFill>
                <a:srgbClr val="000000"/>
              </a:solidFill>
              <a:latin typeface="VAJOJE+CMSS8" panose="02000500000000000000"/>
              <a:cs typeface="VAJOJE+CMSS8" panose="0200050000000000000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01241" y="5437132"/>
            <a:ext cx="960912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control</a:t>
            </a:r>
            <a:endParaRPr sz="1650">
              <a:solidFill>
                <a:srgbClr val="000000"/>
              </a:solidFill>
              <a:latin typeface="VAJOJE+CMSS8" panose="02000500000000000000"/>
              <a:cs typeface="VAJOJE+CMSS8" panose="02000500000000000000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980933" y="5927860"/>
            <a:ext cx="1305082" cy="820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Stop</a:t>
            </a:r>
            <a:r>
              <a:rPr sz="16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when</a:t>
            </a:r>
            <a:endParaRPr sz="1650">
              <a:solidFill>
                <a:srgbClr val="000000"/>
              </a:solidFill>
              <a:latin typeface="VAJOJE+CMSS8" panose="02000500000000000000"/>
              <a:cs typeface="VAJOJE+CMSS8" panose="02000500000000000000"/>
            </a:endParaRPr>
          </a:p>
          <a:p>
            <a:pPr marL="0" marR="0">
              <a:lnSpc>
                <a:spcPts val="1670"/>
              </a:lnSpc>
              <a:spcBef>
                <a:spcPts val="64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time</a:t>
            </a:r>
            <a:r>
              <a:rPr sz="16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is</a:t>
            </a:r>
            <a:r>
              <a:rPr sz="16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up.</a:t>
            </a:r>
            <a:endParaRPr sz="1650">
              <a:solidFill>
                <a:srgbClr val="000000"/>
              </a:solidFill>
              <a:latin typeface="VAJOJE+CMSS8" panose="02000500000000000000"/>
              <a:cs typeface="VAJOJE+CMSS8" panose="02000500000000000000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01241" y="5947672"/>
            <a:ext cx="1056431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Monitor</a:t>
            </a:r>
            <a:endParaRPr sz="1650">
              <a:solidFill>
                <a:srgbClr val="000000"/>
              </a:solidFill>
              <a:latin typeface="VAJOJE+CMSS8" panose="02000500000000000000"/>
              <a:cs typeface="VAJOJE+CMSS8" panose="02000500000000000000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01241" y="6241804"/>
            <a:ext cx="1127484" cy="5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0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end</a:t>
            </a:r>
            <a:r>
              <a:rPr sz="16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VAJOJE+CMSS8" panose="02000500000000000000"/>
                <a:cs typeface="VAJOJE+CMSS8" panose="02000500000000000000"/>
              </a:rPr>
              <a:t>time</a:t>
            </a:r>
            <a:endParaRPr sz="1650">
              <a:solidFill>
                <a:srgbClr val="000000"/>
              </a:solidFill>
              <a:latin typeface="VAJOJE+CMSS8" panose="02000500000000000000"/>
              <a:cs typeface="VAJOJE+CMSS8" panose="02000500000000000000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IQRSVM+CMR7" panose="02000500000000000000"/>
                <a:cs typeface="IQRSVM+CMR7" panose="02000500000000000000"/>
              </a:rPr>
              <a:t>275</a:t>
            </a:r>
            <a:endParaRPr sz="1450">
              <a:solidFill>
                <a:srgbClr val="000000"/>
              </a:solidFill>
              <a:latin typeface="IQRSVM+CMR7" panose="02000500000000000000"/>
              <a:cs typeface="IQRSVM+CMR7" panose="02000500000000000000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040041"/>
            <a:ext cx="1980050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CAGLC+CMBX10" panose="02000500000000000000"/>
                <a:cs typeface="ICAGLC+CMBX10" panose="02000500000000000000"/>
              </a:rPr>
              <a:t>Main</a:t>
            </a:r>
            <a:r>
              <a:rPr sz="2050" spc="2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CAGLC+CMBX10" panose="02000500000000000000"/>
                <a:cs typeface="ICAGLC+CMBX10" panose="02000500000000000000"/>
              </a:rPr>
              <a:t>points</a:t>
            </a:r>
            <a:endParaRPr sz="2050">
              <a:solidFill>
                <a:srgbClr val="000000"/>
              </a:solidFill>
              <a:latin typeface="ICAGLC+CMBX10" panose="02000500000000000000"/>
              <a:cs typeface="ICAGLC+CMBX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2553689"/>
            <a:ext cx="603207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ALMJJ+CMSY10~25" panose="02000500000000000000"/>
                <a:cs typeface="KALMJ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Communication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diagrams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generalize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DFDs.</a:t>
            </a:r>
            <a:endParaRPr sz="2050" spc="13">
              <a:solidFill>
                <a:srgbClr val="000000"/>
              </a:solidFill>
              <a:latin typeface="OGHWCW+CMR10" panose="02000500000000000000"/>
              <a:cs typeface="OGHWCW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81" y="3071852"/>
            <a:ext cx="798603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ALMJJ+CMSY10~25" panose="02000500000000000000"/>
                <a:cs typeface="KALMJ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They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allow</a:t>
            </a:r>
            <a:r>
              <a:rPr sz="2050" spc="2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us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represent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objects</a:t>
            </a:r>
            <a:r>
              <a:rPr sz="2050" spc="1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and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their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classes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the</a:t>
            </a:r>
            <a:endParaRPr sz="2050" spc="11">
              <a:solidFill>
                <a:srgbClr val="000000"/>
              </a:solidFill>
              <a:latin typeface="OGHWCW+CMR10" panose="02000500000000000000"/>
              <a:cs typeface="OGHWCW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719" y="3443710"/>
            <a:ext cx="5427801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diagram,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represent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close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coupling.</a:t>
            </a:r>
            <a:endParaRPr sz="2050" spc="10">
              <a:solidFill>
                <a:srgbClr val="000000"/>
              </a:solidFill>
              <a:latin typeface="OGHWCW+CMR10" panose="02000500000000000000"/>
              <a:cs typeface="OGHWCW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585" y="3961872"/>
            <a:ext cx="8237192" cy="141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ALMJJ+CMSY10~25" panose="02000500000000000000"/>
                <a:cs typeface="KALMJ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Instance-level</a:t>
            </a:r>
            <a:r>
              <a:rPr sz="2050" spc="1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diagram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represents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snapshot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system.</a:t>
            </a:r>
            <a:endParaRPr sz="2050">
              <a:solidFill>
                <a:srgbClr val="000000"/>
              </a:solidFill>
              <a:latin typeface="OGHWCW+CMR10" panose="02000500000000000000"/>
              <a:cs typeface="OGHWCW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ALMJJ+CMSY10~25" panose="02000500000000000000"/>
                <a:cs typeface="KALMJ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Decomposition</a:t>
            </a:r>
            <a:r>
              <a:rPr sz="2050" spc="1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represented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containment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2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nodes.</a:t>
            </a:r>
            <a:endParaRPr sz="2050" spc="22">
              <a:solidFill>
                <a:srgbClr val="000000"/>
              </a:solidFill>
              <a:latin typeface="OGHWCW+CMR10" panose="02000500000000000000"/>
              <a:cs typeface="OGHWCW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586" y="4998194"/>
            <a:ext cx="8605293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ALMJJ+CMSY10~25" panose="02000500000000000000"/>
                <a:cs typeface="KALMJ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51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We</a:t>
            </a:r>
            <a:r>
              <a:rPr sz="2050" spc="3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must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6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allocate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ﬂow</a:t>
            </a:r>
            <a:r>
              <a:rPr sz="2050" spc="2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down</a:t>
            </a:r>
            <a:r>
              <a:rPr sz="20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services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component</a:t>
            </a:r>
            <a:endParaRPr sz="2050" spc="11">
              <a:solidFill>
                <a:srgbClr val="000000"/>
              </a:solidFill>
              <a:latin typeface="OGHWCW+CMR10" panose="02000500000000000000"/>
              <a:cs typeface="OGHWCW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6706" y="5370051"/>
            <a:ext cx="1335481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GHWCW+CMR10" panose="02000500000000000000"/>
                <a:cs typeface="OGHWCW+CMR10" panose="02000500000000000000"/>
              </a:rPr>
              <a:t>services.</a:t>
            </a:r>
            <a:endParaRPr sz="2050">
              <a:solidFill>
                <a:srgbClr val="000000"/>
              </a:solidFill>
              <a:latin typeface="OGHWCW+CMR10" panose="02000500000000000000"/>
              <a:cs typeface="OGHWCW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ESSEFS+CMR7" panose="02000500000000000000"/>
                <a:cs typeface="ESSEFS+CMR7" panose="02000500000000000000"/>
              </a:rPr>
              <a:t>276</a:t>
            </a:r>
            <a:endParaRPr sz="1450">
              <a:solidFill>
                <a:srgbClr val="000000"/>
              </a:solidFill>
              <a:latin typeface="ESSEFS+CMR7" panose="02000500000000000000"/>
              <a:cs typeface="ESSEFS+CMR7" panose="02000500000000000000"/>
            </a:endParaRP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77897" y="1047797"/>
            <a:ext cx="7014618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AWJFQK+CMBX12~c" panose="02000500000000000000"/>
                <a:cs typeface="AWJFQK+CMBX12~c" panose="02000500000000000000"/>
              </a:rPr>
              <a:t>Chapter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AWJFQK+CMBX12~c" panose="02000500000000000000"/>
                <a:cs typeface="AWJFQK+CMBX12~c" panose="02000500000000000000"/>
              </a:rPr>
              <a:t>17.</a:t>
            </a:r>
            <a:r>
              <a:rPr sz="2500" spc="6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8">
                <a:solidFill>
                  <a:srgbClr val="000000"/>
                </a:solidFill>
                <a:latin typeface="AWJFQK+CMBX12~c" panose="02000500000000000000"/>
                <a:cs typeface="AWJFQK+CMBX12~c" panose="02000500000000000000"/>
              </a:rPr>
              <a:t>Communication</a:t>
            </a:r>
            <a:r>
              <a:rPr sz="2500" spc="3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1">
                <a:solidFill>
                  <a:srgbClr val="000000"/>
                </a:solidFill>
                <a:latin typeface="AWJFQK+CMBX12~c" panose="02000500000000000000"/>
                <a:cs typeface="AWJFQK+CMBX12~c" panose="02000500000000000000"/>
              </a:rPr>
              <a:t>Semantics</a:t>
            </a:r>
            <a:endParaRPr sz="2500" spc="-21">
              <a:solidFill>
                <a:srgbClr val="000000"/>
              </a:solidFill>
              <a:latin typeface="AWJFQK+CMBX12~c" panose="02000500000000000000"/>
              <a:cs typeface="AWJFQK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28062" y="2120749"/>
            <a:ext cx="392014" cy="4992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GGFWPR+Helvetica" panose="020B0604020202020204"/>
                <a:cs typeface="GGFWPR+Helvetica" panose="020B0604020202020204"/>
              </a:rPr>
              <a:t>e</a:t>
            </a:r>
            <a:endParaRPr sz="1500">
              <a:solidFill>
                <a:srgbClr val="000000"/>
              </a:solidFill>
              <a:latin typeface="GGFWPR+Helvetica" panose="020B0604020202020204"/>
              <a:cs typeface="GGFWPR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17386" y="2545361"/>
            <a:ext cx="657443" cy="4992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0"/>
              </a:lnSpc>
              <a:spcBef>
                <a:spcPct val="0"/>
              </a:spcBef>
              <a:spcAft>
                <a:spcPct val="0"/>
              </a:spcAft>
            </a:pPr>
            <a:r>
              <a:rPr sz="1500">
                <a:solidFill>
                  <a:srgbClr val="000000"/>
                </a:solidFill>
                <a:latin typeface="GGFWPR+Helvetica" panose="020B0604020202020204"/>
                <a:cs typeface="GGFWPR+Helvetica" panose="020B0604020202020204"/>
              </a:rPr>
              <a:t>SuD</a:t>
            </a:r>
            <a:endParaRPr sz="1500">
              <a:solidFill>
                <a:srgbClr val="000000"/>
              </a:solidFill>
              <a:latin typeface="GGFWPR+Helvetica" panose="020B0604020202020204"/>
              <a:cs typeface="GGFWPR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4268" y="4950941"/>
            <a:ext cx="353272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2">
                <a:solidFill>
                  <a:srgbClr val="000000"/>
                </a:solidFill>
                <a:latin typeface="AEOUEH+CMR10" panose="02000500000000000000"/>
                <a:cs typeface="AEOUEH+CMR10" panose="02000500000000000000"/>
              </a:rPr>
              <a:t>What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EOUEH+CMR10" panose="02000500000000000000"/>
                <a:cs typeface="AEOUEH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EOUEH+CMR10" panose="02000500000000000000"/>
                <a:cs typeface="AEOUEH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AEOUEH+CMR10" panose="02000500000000000000"/>
                <a:cs typeface="AEOUEH+CMR10" panose="02000500000000000000"/>
              </a:rPr>
              <a:t>response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EOUEH+CMR10" panose="02000500000000000000"/>
                <a:cs typeface="AEOUEH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PVWSOP+CMSS10" panose="02000500000000000000"/>
                <a:cs typeface="PVWSOP+CMSS10" panose="02000500000000000000"/>
              </a:rPr>
              <a:t>e</a:t>
            </a:r>
            <a:r>
              <a:rPr sz="2050">
                <a:solidFill>
                  <a:srgbClr val="000000"/>
                </a:solidFill>
                <a:latin typeface="AEOUEH+CMR10" panose="02000500000000000000"/>
                <a:cs typeface="AEOUEH+CMR10" panose="02000500000000000000"/>
              </a:rPr>
              <a:t>?</a:t>
            </a:r>
            <a:endParaRPr sz="2050">
              <a:solidFill>
                <a:srgbClr val="000000"/>
              </a:solidFill>
              <a:latin typeface="AEOUEH+CMR10" panose="02000500000000000000"/>
              <a:cs typeface="AEOUEH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589" y="5469104"/>
            <a:ext cx="8154536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KFGTG+CMSY10~25" panose="02000500000000000000"/>
                <a:cs typeface="JKFGTG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4">
                <a:solidFill>
                  <a:srgbClr val="000000"/>
                </a:solidFill>
                <a:latin typeface="AEOUEH+CMR10" panose="02000500000000000000"/>
                <a:cs typeface="AEOUEH+CMR10" panose="02000500000000000000"/>
              </a:rPr>
              <a:t>Depends</a:t>
            </a:r>
            <a:r>
              <a:rPr sz="2050" spc="13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AEOUEH+CMR10" panose="02000500000000000000"/>
                <a:cs typeface="AEOUEH+CMR10" panose="02000500000000000000"/>
              </a:rPr>
              <a:t>upon</a:t>
            </a:r>
            <a:r>
              <a:rPr sz="2050" spc="1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EOUEH+CMR10" panose="02000500000000000000"/>
                <a:cs typeface="AEOUEH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EOUEH+CMR10" panose="02000500000000000000"/>
                <a:cs typeface="AEOUEH+CMR10" panose="02000500000000000000"/>
              </a:rPr>
              <a:t>behavioral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EOUEH+CMR10" panose="02000500000000000000"/>
                <a:cs typeface="AEOUEH+CMR10" panose="02000500000000000000"/>
              </a:rPr>
              <a:t>semantics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EOUEH+CMR10" panose="02000500000000000000"/>
                <a:cs typeface="AEOUEH+CMR10" panose="02000500000000000000"/>
              </a:rPr>
              <a:t>of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EOUEH+CMR10" panose="02000500000000000000"/>
                <a:cs typeface="AEOUEH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EOUEH+CMR10" panose="02000500000000000000"/>
                <a:cs typeface="AEOUEH+CMR10" panose="02000500000000000000"/>
              </a:rPr>
              <a:t>components.</a:t>
            </a:r>
            <a:endParaRPr sz="2050" spc="10">
              <a:solidFill>
                <a:srgbClr val="000000"/>
              </a:solidFill>
              <a:latin typeface="AEOUEH+CMR10" panose="02000500000000000000"/>
              <a:cs typeface="AEOUEH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590" y="5987266"/>
            <a:ext cx="8488498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KFGTG+CMSY10~25" panose="02000500000000000000"/>
                <a:cs typeface="JKFGTG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51">
                <a:solidFill>
                  <a:srgbClr val="000000"/>
                </a:solidFill>
                <a:latin typeface="AEOUEH+CMR10" panose="02000500000000000000"/>
                <a:cs typeface="AEOUEH+CMR10" panose="02000500000000000000"/>
              </a:rPr>
              <a:t>We</a:t>
            </a:r>
            <a:r>
              <a:rPr sz="2050" spc="3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EOUEH+CMR10" panose="02000500000000000000"/>
                <a:cs typeface="AEOUEH+CMR10" panose="02000500000000000000"/>
              </a:rPr>
              <a:t>assume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EOUEH+CMR10" panose="02000500000000000000"/>
                <a:cs typeface="AEOUEH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EOUEH+CMR10" panose="02000500000000000000"/>
                <a:cs typeface="AEOUEH+CMR10" panose="02000500000000000000"/>
              </a:rPr>
              <a:t>semantics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EOUEH+CMR10" panose="02000500000000000000"/>
                <a:cs typeface="AEOUEH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EOUEH+CMR10" panose="02000500000000000000"/>
                <a:cs typeface="AEOUEH+CMR10" panose="02000500000000000000"/>
              </a:rPr>
              <a:t>component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AEOUEH+CMR10" panose="02000500000000000000"/>
                <a:cs typeface="AEOUEH+CMR10" panose="02000500000000000000"/>
              </a:rPr>
              <a:t>speciﬁcations</a:t>
            </a:r>
            <a:r>
              <a:rPr sz="2050" spc="1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EOUEH+CMR10" panose="02000500000000000000"/>
                <a:cs typeface="AEOUEH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AEOUEH+CMR10" panose="02000500000000000000"/>
                <a:cs typeface="AEOUEH+CMR10" panose="02000500000000000000"/>
              </a:rPr>
              <a:t>ﬁxed,</a:t>
            </a:r>
            <a:endParaRPr sz="2050" spc="13">
              <a:solidFill>
                <a:srgbClr val="000000"/>
              </a:solidFill>
              <a:latin typeface="AEOUEH+CMR10" panose="02000500000000000000"/>
              <a:cs typeface="AEOUEH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6704" y="6359124"/>
            <a:ext cx="5551031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AEOUEH+CMR10" panose="02000500000000000000"/>
                <a:cs typeface="AEOUEH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EOUEH+CMR10" panose="02000500000000000000"/>
                <a:cs typeface="AEOUEH+CMR10" panose="02000500000000000000"/>
              </a:rPr>
              <a:t>concentrate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EOUEH+CMR10" panose="02000500000000000000"/>
                <a:cs typeface="AEOUEH+CMR10" panose="02000500000000000000"/>
              </a:rPr>
              <a:t>on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EOUEH+CMR10" panose="02000500000000000000"/>
                <a:cs typeface="AEOUEH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EOUEH+CMR10" panose="02000500000000000000"/>
                <a:cs typeface="AEOUEH+CMR10" panose="02000500000000000000"/>
              </a:rPr>
              <a:t>remaining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EOUEH+CMR10" panose="02000500000000000000"/>
                <a:cs typeface="AEOUEH+CMR10" panose="02000500000000000000"/>
              </a:rPr>
              <a:t>choices.</a:t>
            </a:r>
            <a:endParaRPr sz="2050">
              <a:solidFill>
                <a:srgbClr val="000000"/>
              </a:solidFill>
              <a:latin typeface="AEOUEH+CMR10" panose="02000500000000000000"/>
              <a:cs typeface="AEOUEH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MCGIOE+CMR7" panose="02000500000000000000"/>
                <a:cs typeface="MCGIOE+CMR7" panose="02000500000000000000"/>
              </a:rPr>
              <a:t>277</a:t>
            </a:r>
            <a:endParaRPr sz="1450">
              <a:solidFill>
                <a:srgbClr val="000000"/>
              </a:solidFill>
              <a:latin typeface="MCGIOE+CMR7" panose="02000500000000000000"/>
              <a:cs typeface="MCGIOE+CMR7" panose="02000500000000000000"/>
            </a:endParaRP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829609"/>
            <a:ext cx="8103031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2">
                <a:solidFill>
                  <a:srgbClr val="000000"/>
                </a:solidFill>
                <a:latin typeface="GSFKGM+CMBX12~c" panose="02000500000000000000"/>
                <a:cs typeface="GSFKGM+CMBX12~c" panose="02000500000000000000"/>
              </a:rPr>
              <a:t>Input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GSFKGM+CMBX12~c" panose="02000500000000000000"/>
                <a:cs typeface="GSFKGM+CMBX12~c" panose="02000500000000000000"/>
              </a:rPr>
              <a:t>buﬀers:</a:t>
            </a:r>
            <a:r>
              <a:rPr sz="2500" spc="6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GSFKGM+CMBX12~c" panose="02000500000000000000"/>
                <a:cs typeface="GSFKGM+CMBX12~c" panose="02000500000000000000"/>
              </a:rPr>
              <a:t>problem</a:t>
            </a:r>
            <a:r>
              <a:rPr sz="2500" spc="3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GSFKGM+CMBX12~c" panose="02000500000000000000"/>
                <a:cs typeface="GSFKGM+CMBX12~c" panose="02000500000000000000"/>
              </a:rPr>
              <a:t>and</a:t>
            </a:r>
            <a:r>
              <a:rPr sz="2500" spc="2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GSFKGM+CMBX12~c" panose="02000500000000000000"/>
                <a:cs typeface="GSFKGM+CMBX12~c" panose="02000500000000000000"/>
              </a:rPr>
              <a:t>possible</a:t>
            </a:r>
            <a:r>
              <a:rPr sz="2500" spc="2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GSFKGM+CMBX12~c" panose="02000500000000000000"/>
                <a:cs typeface="GSFKGM+CMBX12~c" panose="02000500000000000000"/>
              </a:rPr>
              <a:t>solutions</a:t>
            </a:r>
            <a:endParaRPr sz="2500" spc="-10">
              <a:solidFill>
                <a:srgbClr val="000000"/>
              </a:solidFill>
              <a:latin typeface="GSFKGM+CMBX12~c" panose="02000500000000000000"/>
              <a:cs typeface="GSFKGM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52" y="2296134"/>
            <a:ext cx="8921631" cy="145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Most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combinations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semantic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choices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require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component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deal</a:t>
            </a:r>
            <a:endParaRPr sz="2050" spc="11">
              <a:solidFill>
                <a:srgbClr val="000000"/>
              </a:solidFill>
              <a:latin typeface="MIUDCT+CMR10" panose="02000500000000000000"/>
              <a:cs typeface="MIUDCT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with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backlog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of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events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occurred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but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have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8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yet</a:t>
            </a:r>
            <a:r>
              <a:rPr sz="2050" spc="1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3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been</a:t>
            </a:r>
            <a:endParaRPr sz="2050" spc="33">
              <a:solidFill>
                <a:srgbClr val="000000"/>
              </a:solidFill>
              <a:latin typeface="MIUDCT+CMR10" panose="02000500000000000000"/>
              <a:cs typeface="MIUDCT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60"/>
              </a:spcBef>
              <a:spcAft>
                <a:spcPct val="0"/>
              </a:spcAft>
            </a:pPr>
            <a:r>
              <a:rPr sz="2050" spc="18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responded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to.</a:t>
            </a:r>
            <a:r>
              <a:rPr sz="2050" spc="4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1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Suppose</a:t>
            </a:r>
            <a:r>
              <a:rPr sz="2050" spc="14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components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have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CATEI+CMBX10" panose="02000500000000000000"/>
                <a:cs typeface="LCATEI+CMBX10" panose="02000500000000000000"/>
              </a:rPr>
              <a:t>input</a:t>
            </a:r>
            <a:r>
              <a:rPr sz="2050" spc="2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LCATEI+CMBX10" panose="02000500000000000000"/>
                <a:cs typeface="LCATEI+CMBX10" panose="02000500000000000000"/>
              </a:rPr>
              <a:t>buﬀers.</a:t>
            </a:r>
            <a:endParaRPr sz="2050" spc="11">
              <a:solidFill>
                <a:srgbClr val="000000"/>
              </a:solidFill>
              <a:latin typeface="LCATEI+CMBX10" panose="02000500000000000000"/>
              <a:cs typeface="LCATEI+CMBX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69" y="3558012"/>
            <a:ext cx="2277739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UMCAI+CMSY10~25" panose="02000500000000000000"/>
                <a:cs typeface="CUMCA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Size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buﬀer?</a:t>
            </a:r>
            <a:endParaRPr sz="2050">
              <a:solidFill>
                <a:srgbClr val="000000"/>
              </a:solidFill>
              <a:latin typeface="MIUDCT+CMR10" panose="02000500000000000000"/>
              <a:cs typeface="MIUDCT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4243" y="4076174"/>
            <a:ext cx="7853181" cy="1746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185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UMCAI+CMSY10~25" panose="02000500000000000000"/>
                <a:cs typeface="CUMCA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Structure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buﬀer?</a:t>
            </a:r>
            <a:r>
              <a:rPr sz="2050" spc="4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(Set,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bag,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queue)</a:t>
            </a:r>
            <a:endParaRPr sz="2050" spc="13">
              <a:solidFill>
                <a:srgbClr val="000000"/>
              </a:solidFill>
              <a:latin typeface="MIUDCT+CMR10" panose="02000500000000000000"/>
              <a:cs typeface="MIUDCT+CMR10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UMCAI+CMSY10~25" panose="02000500000000000000"/>
                <a:cs typeface="CUMCA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Removal</a:t>
            </a:r>
            <a:r>
              <a:rPr sz="2050" spc="2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p</a:t>
            </a:r>
            <a:r>
              <a:rPr sz="2050" spc="-4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1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olicy.</a:t>
            </a:r>
            <a:r>
              <a:rPr sz="2050" spc="4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(Even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for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queues,</a:t>
            </a:r>
            <a:r>
              <a:rPr sz="2050" spc="1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i.e.</a:t>
            </a:r>
            <a:r>
              <a:rPr sz="2050" spc="3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deferred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events.)</a:t>
            </a:r>
            <a:endParaRPr sz="2050">
              <a:solidFill>
                <a:srgbClr val="000000"/>
              </a:solidFill>
              <a:latin typeface="MIUDCT+CMR10" panose="02000500000000000000"/>
              <a:cs typeface="MIUDCT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15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Statemate:</a:t>
            </a:r>
            <a:r>
              <a:rPr sz="2050" spc="3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set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of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unlimited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size.</a:t>
            </a:r>
            <a:endParaRPr sz="2050" spc="10">
              <a:solidFill>
                <a:srgbClr val="000000"/>
              </a:solidFill>
              <a:latin typeface="MIUDCT+CMR10" panose="02000500000000000000"/>
              <a:cs typeface="MIUDCT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4235" y="5597128"/>
            <a:ext cx="5984971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4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UML: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Queue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(more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less)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unlimited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IUDCT+CMR10" panose="02000500000000000000"/>
                <a:cs typeface="MIUDCT+CMR10" panose="02000500000000000000"/>
              </a:rPr>
              <a:t>size.</a:t>
            </a:r>
            <a:endParaRPr sz="2050" spc="10">
              <a:solidFill>
                <a:srgbClr val="000000"/>
              </a:solidFill>
              <a:latin typeface="MIUDCT+CMR10" panose="02000500000000000000"/>
              <a:cs typeface="MIUDCT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SLSJMC+CMR7" panose="02000500000000000000"/>
                <a:cs typeface="SLSJMC+CMR7" panose="02000500000000000000"/>
              </a:rPr>
              <a:t>278</a:t>
            </a:r>
            <a:endParaRPr sz="1450">
              <a:solidFill>
                <a:srgbClr val="000000"/>
              </a:solidFill>
              <a:latin typeface="SLSJMC+CMR7" panose="02000500000000000000"/>
              <a:cs typeface="SLSJMC+CMR7" panose="02000500000000000000"/>
            </a:endParaRP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863137"/>
            <a:ext cx="7809828" cy="1163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4">
                <a:solidFill>
                  <a:srgbClr val="000000"/>
                </a:solidFill>
                <a:latin typeface="ILDFPM+CMBX12~c" panose="02000500000000000000"/>
                <a:cs typeface="ILDFPM+CMBX12~c" panose="02000500000000000000"/>
              </a:rPr>
              <a:t>Component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ILDFPM+CMBX12~c" panose="02000500000000000000"/>
                <a:cs typeface="ILDFPM+CMBX12~c" panose="02000500000000000000"/>
              </a:rPr>
              <a:t>input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ILDFPM+CMBX12~c" panose="02000500000000000000"/>
                <a:cs typeface="ILDFPM+CMBX12~c" panose="02000500000000000000"/>
              </a:rPr>
              <a:t>and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5">
                <a:solidFill>
                  <a:srgbClr val="000000"/>
                </a:solidFill>
                <a:latin typeface="ILDFPM+CMBX12~c" panose="02000500000000000000"/>
                <a:cs typeface="ILDFPM+CMBX12~c" panose="02000500000000000000"/>
              </a:rPr>
              <a:t>output:</a:t>
            </a:r>
            <a:r>
              <a:rPr sz="2500" spc="6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ILDFPM+CMBX12~c" panose="02000500000000000000"/>
                <a:cs typeface="ILDFPM+CMBX12~c" panose="02000500000000000000"/>
              </a:rPr>
              <a:t>problem</a:t>
            </a:r>
            <a:r>
              <a:rPr sz="2500" spc="3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ILDFPM+CMBX12~c" panose="02000500000000000000"/>
                <a:cs typeface="ILDFPM+CMBX12~c" panose="02000500000000000000"/>
              </a:rPr>
              <a:t>and</a:t>
            </a:r>
            <a:endParaRPr sz="2500" spc="-13">
              <a:solidFill>
                <a:srgbClr val="000000"/>
              </a:solidFill>
              <a:latin typeface="ILDFPM+CMBX12~c" panose="02000500000000000000"/>
              <a:cs typeface="ILDFPM+CMBX12~c" panose="02000500000000000000"/>
            </a:endParaRPr>
          </a:p>
          <a:p>
            <a:pPr marL="0" marR="0">
              <a:lnSpc>
                <a:spcPts val="2480"/>
              </a:lnSpc>
              <a:spcBef>
                <a:spcPts val="445"/>
              </a:spcBef>
              <a:spcAft>
                <a:spcPct val="0"/>
              </a:spcAft>
            </a:pPr>
            <a:r>
              <a:rPr sz="2500">
                <a:solidFill>
                  <a:srgbClr val="000000"/>
                </a:solidFill>
                <a:latin typeface="ILDFPM+CMBX12~c" panose="02000500000000000000"/>
                <a:cs typeface="ILDFPM+CMBX12~c" panose="02000500000000000000"/>
              </a:rPr>
              <a:t>possible</a:t>
            </a:r>
            <a:r>
              <a:rPr sz="2500" spc="2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ILDFPM+CMBX12~c" panose="02000500000000000000"/>
                <a:cs typeface="ILDFPM+CMBX12~c" panose="02000500000000000000"/>
              </a:rPr>
              <a:t>solutions</a:t>
            </a:r>
            <a:endParaRPr sz="2500" spc="-10">
              <a:solidFill>
                <a:srgbClr val="000000"/>
              </a:solidFill>
              <a:latin typeface="ILDFPM+CMBX12~c" panose="02000500000000000000"/>
              <a:cs typeface="ILDFPM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7" y="2701517"/>
            <a:ext cx="8879767" cy="1082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Computations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during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step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3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may</a:t>
            </a:r>
            <a:r>
              <a:rPr sz="2050" spc="2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need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more</a:t>
            </a:r>
            <a:r>
              <a:rPr sz="2050" spc="1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input,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3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may</a:t>
            </a:r>
            <a:r>
              <a:rPr sz="2050" spc="2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produce</a:t>
            </a:r>
            <a:endParaRPr sz="2050" spc="20">
              <a:solidFill>
                <a:srgbClr val="000000"/>
              </a:solidFill>
              <a:latin typeface="DRSALG+CMR10" panose="02000500000000000000"/>
              <a:cs typeface="DRSALG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output.</a:t>
            </a:r>
            <a:endParaRPr sz="2050" spc="10">
              <a:solidFill>
                <a:srgbClr val="000000"/>
              </a:solidFill>
              <a:latin typeface="DRSALG+CMR10" panose="02000500000000000000"/>
              <a:cs typeface="DRSALG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79" y="3591535"/>
            <a:ext cx="8583640" cy="145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RPLBR+CMSY10~25" panose="02000500000000000000"/>
                <a:cs typeface="ERPLBR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HSWWF+CMBX10" panose="02000500000000000000"/>
                <a:cs typeface="RHSWWF+CMBX10" panose="02000500000000000000"/>
              </a:rPr>
              <a:t>Eager</a:t>
            </a:r>
            <a:r>
              <a:rPr sz="2050" spc="2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HSWWF+CMBX10" panose="02000500000000000000"/>
                <a:cs typeface="RHSWWF+CMBX10" panose="02000500000000000000"/>
              </a:rPr>
              <a:t>read/lazy</a:t>
            </a:r>
            <a:r>
              <a:rPr sz="2050" spc="2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RHSWWF+CMBX10" panose="02000500000000000000"/>
                <a:cs typeface="RHSWWF+CMBX10" panose="02000500000000000000"/>
              </a:rPr>
              <a:t>write:</a:t>
            </a:r>
            <a:r>
              <a:rPr sz="2050" spc="3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All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input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values</a:t>
            </a:r>
            <a:r>
              <a:rPr sz="2050" spc="1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read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eagerly,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at</a:t>
            </a:r>
            <a:endParaRPr sz="2050">
              <a:solidFill>
                <a:srgbClr val="000000"/>
              </a:solidFill>
              <a:latin typeface="DRSALG+CMR10" panose="02000500000000000000"/>
              <a:cs typeface="DRSALG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start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step,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all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output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(actions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data)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is</a:t>
            </a:r>
            <a:endParaRPr sz="2050">
              <a:solidFill>
                <a:srgbClr val="000000"/>
              </a:solidFill>
              <a:latin typeface="DRSALG+CMR10" panose="02000500000000000000"/>
              <a:cs typeface="DRSALG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3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written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lazily,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at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end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step.</a:t>
            </a:r>
            <a:r>
              <a:rPr sz="2050" spc="3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Statemate.</a:t>
            </a:r>
            <a:endParaRPr sz="2050">
              <a:solidFill>
                <a:srgbClr val="000000"/>
              </a:solidFill>
              <a:latin typeface="DRSALG+CMR10" panose="02000500000000000000"/>
              <a:cs typeface="DRSALG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84" y="4853410"/>
            <a:ext cx="8336857" cy="145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RPLBR+CMSY10~25" panose="02000500000000000000"/>
                <a:cs typeface="ERPLBR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HSWWF+CMBX10" panose="02000500000000000000"/>
                <a:cs typeface="RHSWWF+CMBX10" panose="02000500000000000000"/>
              </a:rPr>
              <a:t>Lazy</a:t>
            </a:r>
            <a:r>
              <a:rPr sz="205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HSWWF+CMBX10" panose="02000500000000000000"/>
                <a:cs typeface="RHSWWF+CMBX10" panose="02000500000000000000"/>
              </a:rPr>
              <a:t>read/eager</a:t>
            </a:r>
            <a:r>
              <a:rPr sz="2050" spc="2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RHSWWF+CMBX10" panose="02000500000000000000"/>
                <a:cs typeface="RHSWWF+CMBX10" panose="02000500000000000000"/>
              </a:rPr>
              <a:t>write:</a:t>
            </a:r>
            <a:r>
              <a:rPr sz="2050" spc="3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Input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read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lazily,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when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needed,</a:t>
            </a:r>
            <a:endParaRPr sz="2050" spc="13">
              <a:solidFill>
                <a:srgbClr val="000000"/>
              </a:solidFill>
              <a:latin typeface="DRSALG+CMR10" panose="02000500000000000000"/>
              <a:cs typeface="DRSALG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395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output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written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eagerly,</a:t>
            </a:r>
            <a:r>
              <a:rPr sz="2050" spc="1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immediately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when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available.</a:t>
            </a:r>
            <a:endParaRPr sz="2050" spc="-12">
              <a:solidFill>
                <a:srgbClr val="000000"/>
              </a:solidFill>
              <a:latin typeface="DRSALG+CMR10" panose="02000500000000000000"/>
              <a:cs typeface="DRSALG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4">
                <a:solidFill>
                  <a:srgbClr val="000000"/>
                </a:solidFill>
                <a:latin typeface="DRSALG+CMR10" panose="02000500000000000000"/>
                <a:cs typeface="DRSALG+CMR10" panose="02000500000000000000"/>
              </a:rPr>
              <a:t>UML.</a:t>
            </a:r>
            <a:endParaRPr sz="2050" spc="14">
              <a:solidFill>
                <a:srgbClr val="000000"/>
              </a:solidFill>
              <a:latin typeface="DRSALG+CMR10" panose="02000500000000000000"/>
              <a:cs typeface="DRSALG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AUKBDB+CMR7" panose="02000500000000000000"/>
                <a:cs typeface="AUKBDB+CMR7" panose="02000500000000000000"/>
              </a:rPr>
              <a:t>279</a:t>
            </a:r>
            <a:endParaRPr sz="1450">
              <a:solidFill>
                <a:srgbClr val="000000"/>
              </a:solidFill>
              <a:latin typeface="AUKBDB+CMR7" panose="02000500000000000000"/>
              <a:cs typeface="AUKBDB+CMR7" panose="02000500000000000000"/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47" y="1526333"/>
            <a:ext cx="7016837" cy="32989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21">
                <a:solidFill>
                  <a:srgbClr val="000000"/>
                </a:solidFill>
                <a:latin typeface="TRWGUJ+CMBX12~c" panose="02000500000000000000"/>
                <a:cs typeface="TRWGUJ+CMBX12~c" panose="02000500000000000000"/>
              </a:rPr>
              <a:t>Semantics</a:t>
            </a:r>
            <a:r>
              <a:rPr sz="2500" spc="3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TRWGUJ+CMBX12~c" panose="02000500000000000000"/>
                <a:cs typeface="TRWGUJ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9">
                <a:solidFill>
                  <a:srgbClr val="000000"/>
                </a:solidFill>
                <a:latin typeface="TRWGUJ+CMBX12~c" panose="02000500000000000000"/>
                <a:cs typeface="TRWGUJ+CMBX12~c" panose="02000500000000000000"/>
              </a:rPr>
              <a:t>communication</a:t>
            </a:r>
            <a:r>
              <a:rPr sz="2500" spc="3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2">
                <a:solidFill>
                  <a:srgbClr val="000000"/>
                </a:solidFill>
                <a:latin typeface="TRWGUJ+CMBX12~c" panose="02000500000000000000"/>
                <a:cs typeface="TRWGUJ+CMBX12~c" panose="02000500000000000000"/>
              </a:rPr>
              <a:t>channels</a:t>
            </a:r>
            <a:endParaRPr sz="2500" spc="-22">
              <a:solidFill>
                <a:srgbClr val="000000"/>
              </a:solidFill>
              <a:latin typeface="TRWGUJ+CMBX12~c" panose="02000500000000000000"/>
              <a:cs typeface="TRWGUJ+CMBX12~c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QESUEU+CMSY10~25" panose="02000500000000000000"/>
                <a:cs typeface="QESUEU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SOFQ+CMR10" panose="02000500000000000000"/>
                <a:cs typeface="JQSOFQ+CMR10" panose="02000500000000000000"/>
              </a:rPr>
              <a:t>There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SOFQ+CMR10" panose="02000500000000000000"/>
                <a:cs typeface="JQSOFQ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JQSOFQ+CMR10" panose="02000500000000000000"/>
                <a:cs typeface="JQSOFQ+CMR10" panose="02000500000000000000"/>
              </a:rPr>
              <a:t>no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SOFQ+CMR10" panose="02000500000000000000"/>
                <a:cs typeface="JQSOFQ+CMR10" panose="02000500000000000000"/>
              </a:rPr>
              <a:t>delay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SOFQ+CMR10" panose="02000500000000000000"/>
                <a:cs typeface="JQSOFQ+CMR10" panose="02000500000000000000"/>
              </a:rPr>
              <a:t>between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JQSOFQ+CMR10" panose="02000500000000000000"/>
                <a:cs typeface="JQSOFQ+CMR10" panose="02000500000000000000"/>
              </a:rPr>
              <a:t>sending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QSOFQ+CMR10" panose="02000500000000000000"/>
                <a:cs typeface="JQSOFQ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SOFQ+CMR10" panose="02000500000000000000"/>
                <a:cs typeface="JQSOFQ+CMR10" panose="02000500000000000000"/>
              </a:rPr>
              <a:t>receiving,</a:t>
            </a:r>
            <a:endParaRPr sz="2050">
              <a:solidFill>
                <a:srgbClr val="000000"/>
              </a:solidFill>
              <a:latin typeface="JQSOFQ+CMR10" panose="02000500000000000000"/>
              <a:cs typeface="JQSOFQ+CMR10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4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QESUEU+CMSY10~25" panose="02000500000000000000"/>
                <a:cs typeface="QESUEU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SOFQ+CMR10" panose="02000500000000000000"/>
                <a:cs typeface="JQSOFQ+CMR10" panose="02000500000000000000"/>
              </a:rPr>
              <a:t>A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SOFQ+CMR10" panose="02000500000000000000"/>
                <a:cs typeface="JQSOFQ+CMR10" panose="02000500000000000000"/>
              </a:rPr>
              <a:t>message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JQSOFQ+CMR10" panose="02000500000000000000"/>
                <a:cs typeface="JQSOFQ+CMR10" panose="02000500000000000000"/>
              </a:rPr>
              <a:t>always</a:t>
            </a:r>
            <a:r>
              <a:rPr sz="2050" spc="2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SOFQ+CMR10" panose="02000500000000000000"/>
                <a:cs typeface="JQSOFQ+CMR10" panose="02000500000000000000"/>
              </a:rPr>
              <a:t>arrives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SOFQ+CMR10" panose="02000500000000000000"/>
                <a:cs typeface="JQSOFQ+CMR10" panose="02000500000000000000"/>
              </a:rPr>
              <a:t>at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SOFQ+CMR10" panose="02000500000000000000"/>
                <a:cs typeface="JQSOFQ+CMR10" panose="02000500000000000000"/>
              </a:rPr>
              <a:t>its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SOFQ+CMR10" panose="02000500000000000000"/>
                <a:cs typeface="JQSOFQ+CMR10" panose="02000500000000000000"/>
              </a:rPr>
              <a:t>destination(s),</a:t>
            </a:r>
            <a:endParaRPr sz="2050">
              <a:solidFill>
                <a:srgbClr val="000000"/>
              </a:solidFill>
              <a:latin typeface="JQSOFQ+CMR10" panose="02000500000000000000"/>
              <a:cs typeface="JQSOFQ+CMR10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QESUEU+CMSY10~25" panose="02000500000000000000"/>
                <a:cs typeface="QESUEU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SOFQ+CMR10" panose="02000500000000000000"/>
                <a:cs typeface="JQSOFQ+CMR10" panose="02000500000000000000"/>
              </a:rPr>
              <a:t>It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SOFQ+CMR10" panose="02000500000000000000"/>
                <a:cs typeface="JQSOFQ+CMR10" panose="02000500000000000000"/>
              </a:rPr>
              <a:t>arrives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SOFQ+CMR10" panose="02000500000000000000"/>
                <a:cs typeface="JQSOFQ+CMR10" panose="02000500000000000000"/>
              </a:rPr>
              <a:t>at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JQSOFQ+CMR10" panose="02000500000000000000"/>
                <a:cs typeface="JQSOFQ+CMR10" panose="02000500000000000000"/>
              </a:rPr>
              <a:t>no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QSOFQ+CMR10" panose="02000500000000000000"/>
                <a:cs typeface="JQSOFQ+CMR10" panose="02000500000000000000"/>
              </a:rPr>
              <a:t>other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SOFQ+CMR10" panose="02000500000000000000"/>
                <a:cs typeface="JQSOFQ+CMR10" panose="02000500000000000000"/>
              </a:rPr>
              <a:t>destinations</a:t>
            </a:r>
            <a:r>
              <a:rPr sz="2050" spc="14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QSOFQ+CMR10" panose="02000500000000000000"/>
                <a:cs typeface="JQSOFQ+CMR10" panose="02000500000000000000"/>
              </a:rPr>
              <a:t>and</a:t>
            </a:r>
            <a:endParaRPr sz="2050" spc="10">
              <a:solidFill>
                <a:srgbClr val="000000"/>
              </a:solidFill>
              <a:latin typeface="JQSOFQ+CMR10" panose="02000500000000000000"/>
              <a:cs typeface="JQSOFQ+CMR10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QESUEU+CMSY10~25" panose="02000500000000000000"/>
                <a:cs typeface="QESUEU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SOFQ+CMR10" panose="02000500000000000000"/>
                <a:cs typeface="JQSOFQ+CMR10" panose="02000500000000000000"/>
              </a:rPr>
              <a:t>A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SOFQ+CMR10" panose="02000500000000000000"/>
                <a:cs typeface="JQSOFQ+CMR10" panose="02000500000000000000"/>
              </a:rPr>
              <a:t>message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SOFQ+CMR10" panose="02000500000000000000"/>
                <a:cs typeface="JQSOFQ+CMR10" panose="02000500000000000000"/>
              </a:rPr>
              <a:t>is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SOFQ+CMR10" panose="02000500000000000000"/>
                <a:cs typeface="JQSOFQ+CMR10" panose="02000500000000000000"/>
              </a:rPr>
              <a:t>never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SOFQ+CMR10" panose="02000500000000000000"/>
                <a:cs typeface="JQSOFQ+CMR10" panose="02000500000000000000"/>
              </a:rPr>
              <a:t>distorted.</a:t>
            </a:r>
            <a:endParaRPr sz="2050">
              <a:solidFill>
                <a:srgbClr val="000000"/>
              </a:solidFill>
              <a:latin typeface="JQSOFQ+CMR10" panose="02000500000000000000"/>
              <a:cs typeface="JQSOFQ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1575"/>
              </a:spcBef>
              <a:spcAft>
                <a:spcPct val="0"/>
              </a:spcAft>
            </a:pPr>
            <a:r>
              <a:rPr sz="2050" spc="-151">
                <a:solidFill>
                  <a:srgbClr val="000000"/>
                </a:solidFill>
                <a:latin typeface="JQSOFQ+CMR10" panose="02000500000000000000"/>
                <a:cs typeface="JQSOFQ+CMR10" panose="02000500000000000000"/>
              </a:rPr>
              <a:t>We</a:t>
            </a:r>
            <a:r>
              <a:rPr sz="2050" spc="3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QSOFQ+CMR10" panose="02000500000000000000"/>
                <a:cs typeface="JQSOFQ+CMR10" panose="02000500000000000000"/>
              </a:rPr>
              <a:t>can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JQSOFQ+CMR10" panose="02000500000000000000"/>
                <a:cs typeface="JQSOFQ+CMR10" panose="02000500000000000000"/>
              </a:rPr>
              <a:t>always</a:t>
            </a:r>
            <a:r>
              <a:rPr sz="2050" spc="2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QSOFQ+CMR10" panose="02000500000000000000"/>
                <a:cs typeface="JQSOFQ+CMR10" panose="02000500000000000000"/>
              </a:rPr>
              <a:t>introduce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QSOFQ+CMR10" panose="02000500000000000000"/>
                <a:cs typeface="JQSOFQ+CMR10" panose="02000500000000000000"/>
              </a:rPr>
              <a:t>these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QSOFQ+CMR10" panose="02000500000000000000"/>
                <a:cs typeface="JQSOFQ+CMR10" panose="02000500000000000000"/>
              </a:rPr>
              <a:t>things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QSOFQ+CMR10" panose="02000500000000000000"/>
                <a:cs typeface="JQSOFQ+CMR10" panose="02000500000000000000"/>
              </a:rPr>
              <a:t>explicitly:</a:t>
            </a:r>
            <a:endParaRPr sz="2050" spc="10">
              <a:solidFill>
                <a:srgbClr val="000000"/>
              </a:solidFill>
              <a:latin typeface="JQSOFQ+CMR10" panose="02000500000000000000"/>
              <a:cs typeface="JQSOFQ+CMR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88511" y="4973245"/>
            <a:ext cx="1421405" cy="546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BDWHEM+Helvetica" panose="020B0604020202020204"/>
                <a:cs typeface="BDWHEM+Helvetica" panose="020B0604020202020204"/>
              </a:rPr>
              <a:t>Misdirection</a:t>
            </a:r>
            <a:endParaRPr sz="1650">
              <a:solidFill>
                <a:srgbClr val="000000"/>
              </a:solidFill>
              <a:latin typeface="BDWHEM+Helvetica" panose="020B0604020202020204"/>
              <a:cs typeface="BDWHEM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32305" y="5780241"/>
            <a:ext cx="983477" cy="546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BDWHEM+Helvetica" panose="020B0604020202020204"/>
                <a:cs typeface="BDWHEM+Helvetica" panose="020B0604020202020204"/>
              </a:rPr>
              <a:t>Sender</a:t>
            </a:r>
            <a:endParaRPr sz="1650">
              <a:solidFill>
                <a:srgbClr val="000000"/>
              </a:solidFill>
              <a:latin typeface="BDWHEM+Helvetica" panose="020B0604020202020204"/>
              <a:cs typeface="BDWHEM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76750" y="5780241"/>
            <a:ext cx="844864" cy="546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BDWHEM+Helvetica" panose="020B0604020202020204"/>
                <a:cs typeface="BDWHEM+Helvetica" panose="020B0604020202020204"/>
              </a:rPr>
              <a:t>Delay</a:t>
            </a:r>
            <a:endParaRPr sz="1650">
              <a:solidFill>
                <a:srgbClr val="000000"/>
              </a:solidFill>
              <a:latin typeface="BDWHEM+Helvetica" panose="020B0604020202020204"/>
              <a:cs typeface="BDWHEM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78919" y="5780241"/>
            <a:ext cx="1190789" cy="546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BDWHEM+Helvetica" panose="020B0604020202020204"/>
                <a:cs typeface="BDWHEM+Helvetica" panose="020B0604020202020204"/>
              </a:rPr>
              <a:t>Distortion</a:t>
            </a:r>
            <a:endParaRPr sz="1650">
              <a:solidFill>
                <a:srgbClr val="000000"/>
              </a:solidFill>
              <a:latin typeface="BDWHEM+Helvetica" panose="020B0604020202020204"/>
              <a:cs typeface="BDWHEM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90600" y="5780241"/>
            <a:ext cx="1917581" cy="546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BDWHEM+Helvetica" panose="020B0604020202020204"/>
                <a:cs typeface="BDWHEM+Helvetica" panose="020B0604020202020204"/>
              </a:rPr>
              <a:t>Intended receiver</a:t>
            </a:r>
            <a:endParaRPr sz="1650">
              <a:solidFill>
                <a:srgbClr val="000000"/>
              </a:solidFill>
              <a:latin typeface="BDWHEM+Helvetica" panose="020B0604020202020204"/>
              <a:cs typeface="BDWHEM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RLAOBD+CMR7" panose="02000500000000000000"/>
                <a:cs typeface="RLAOBD+CMR7" panose="02000500000000000000"/>
              </a:rPr>
              <a:t>280</a:t>
            </a:r>
            <a:endParaRPr sz="1450">
              <a:solidFill>
                <a:srgbClr val="000000"/>
              </a:solidFill>
              <a:latin typeface="RLAOBD+CMR7" panose="02000500000000000000"/>
              <a:cs typeface="RLAOBD+CMR7" panose="02000500000000000000"/>
            </a:endParaRP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291381"/>
            <a:ext cx="4232083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EOUFTS+CMBX12~c" panose="02000500000000000000"/>
                <a:cs typeface="EOUFTS+CMBX12~c" panose="02000500000000000000"/>
              </a:rPr>
              <a:t>Addressing</a:t>
            </a:r>
            <a:r>
              <a:rPr sz="2500" spc="2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0">
                <a:solidFill>
                  <a:srgbClr val="000000"/>
                </a:solidFill>
                <a:latin typeface="EOUFTS+CMBX12~c" panose="02000500000000000000"/>
                <a:cs typeface="EOUFTS+CMBX12~c" panose="02000500000000000000"/>
              </a:rPr>
              <a:t>mechanisms</a:t>
            </a:r>
            <a:endParaRPr sz="2500" spc="-20">
              <a:solidFill>
                <a:srgbClr val="000000"/>
              </a:solidFill>
              <a:latin typeface="EOUFTS+CMBX12~c" panose="02000500000000000000"/>
              <a:cs typeface="EOUFTS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2791434"/>
            <a:ext cx="8051829" cy="18244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CHDEE+CMSY10~25" panose="02000500000000000000"/>
                <a:cs typeface="RCHDEE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BULVV+CMBX10" panose="02000500000000000000"/>
                <a:cs typeface="LBULVV+CMBX10" panose="02000500000000000000"/>
              </a:rPr>
              <a:t>Channel</a:t>
            </a:r>
            <a:r>
              <a:rPr sz="2050" spc="2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BULVV+CMBX10" panose="02000500000000000000"/>
                <a:cs typeface="LBULVV+CMBX10" panose="02000500000000000000"/>
              </a:rPr>
              <a:t>addressing.</a:t>
            </a:r>
            <a:r>
              <a:rPr sz="2050" spc="3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“Deliver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this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communication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all</a:t>
            </a:r>
            <a:endParaRPr sz="2050">
              <a:solidFill>
                <a:srgbClr val="000000"/>
              </a:solidFill>
              <a:latin typeface="PFHODH+CMR10" panose="02000500000000000000"/>
              <a:cs typeface="PFHODH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components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at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other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side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channel.”</a:t>
            </a:r>
            <a:r>
              <a:rPr sz="2050" spc="3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DFDs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and</a:t>
            </a:r>
            <a:endParaRPr sz="2050" spc="10">
              <a:solidFill>
                <a:srgbClr val="000000"/>
              </a:solidFill>
              <a:latin typeface="PFHODH+CMR10" panose="02000500000000000000"/>
              <a:cs typeface="PFHODH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Statemate.</a:t>
            </a:r>
            <a:r>
              <a:rPr sz="2050" spc="3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48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Good</a:t>
            </a:r>
            <a:r>
              <a:rPr sz="2050" spc="1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for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broadcast,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bad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for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point-to-point</a:t>
            </a:r>
            <a:endParaRPr sz="2050">
              <a:solidFill>
                <a:srgbClr val="000000"/>
              </a:solidFill>
              <a:latin typeface="PFHODH+CMR10" panose="02000500000000000000"/>
              <a:cs typeface="PFHODH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communication;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46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good</a:t>
            </a:r>
            <a:r>
              <a:rPr sz="2050" spc="1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for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encapsulation.</a:t>
            </a:r>
            <a:endParaRPr sz="2050" spc="10">
              <a:solidFill>
                <a:srgbClr val="000000"/>
              </a:solidFill>
              <a:latin typeface="PFHODH+CMR10" panose="02000500000000000000"/>
              <a:cs typeface="PFHODH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71" y="4425167"/>
            <a:ext cx="8350694" cy="145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CHDEE+CMSY10~25" panose="02000500000000000000"/>
                <a:cs typeface="RCHDEE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BULVV+CMBX10" panose="02000500000000000000"/>
                <a:cs typeface="LBULVV+CMBX10" panose="02000500000000000000"/>
              </a:rPr>
              <a:t>Destination</a:t>
            </a:r>
            <a:r>
              <a:rPr sz="2050" spc="2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BULVV+CMBX10" panose="02000500000000000000"/>
                <a:cs typeface="LBULVV+CMBX10" panose="02000500000000000000"/>
              </a:rPr>
              <a:t>addressing.</a:t>
            </a:r>
            <a:r>
              <a:rPr sz="2050" spc="3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“Deliver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this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message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this</a:t>
            </a:r>
            <a:endParaRPr sz="2050">
              <a:solidFill>
                <a:srgbClr val="000000"/>
              </a:solidFill>
              <a:latin typeface="PFHODH+CMR10" panose="02000500000000000000"/>
              <a:cs typeface="PFHODH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395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component.”</a:t>
            </a:r>
            <a:r>
              <a:rPr sz="2050" spc="3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48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Good</a:t>
            </a:r>
            <a:r>
              <a:rPr sz="2050" spc="1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for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point-to-point,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bad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for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encapsulation.</a:t>
            </a:r>
            <a:endParaRPr sz="2050" spc="10">
              <a:solidFill>
                <a:srgbClr val="000000"/>
              </a:solidFill>
              <a:latin typeface="PFHODH+CMR10" panose="02000500000000000000"/>
              <a:cs typeface="PFHODH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4">
                <a:solidFill>
                  <a:srgbClr val="000000"/>
                </a:solidFill>
                <a:latin typeface="PFHODH+CMR10" panose="02000500000000000000"/>
                <a:cs typeface="PFHODH+CMR10" panose="02000500000000000000"/>
              </a:rPr>
              <a:t>UML.</a:t>
            </a:r>
            <a:endParaRPr sz="2050" spc="14">
              <a:solidFill>
                <a:srgbClr val="000000"/>
              </a:solidFill>
              <a:latin typeface="PFHODH+CMR10" panose="02000500000000000000"/>
              <a:cs typeface="PFHODH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UVRGCM+CMR7" panose="02000500000000000000"/>
                <a:cs typeface="UVRGCM+CMR7" panose="02000500000000000000"/>
              </a:rPr>
              <a:t>281</a:t>
            </a:r>
            <a:endParaRPr sz="1450">
              <a:solidFill>
                <a:srgbClr val="000000"/>
              </a:solidFill>
              <a:latin typeface="UVRGCM+CMR7" panose="02000500000000000000"/>
              <a:cs typeface="UVRGCM+CMR7" panose="02000500000000000000"/>
            </a:endParaRP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660445"/>
            <a:ext cx="6333208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4">
                <a:solidFill>
                  <a:srgbClr val="000000"/>
                </a:solidFill>
                <a:latin typeface="EDDEDI+CMBX12~c" panose="02000500000000000000"/>
                <a:cs typeface="EDDEDI+CMBX12~c" panose="02000500000000000000"/>
              </a:rPr>
              <a:t>Channel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0">
                <a:solidFill>
                  <a:srgbClr val="000000"/>
                </a:solidFill>
                <a:latin typeface="EDDEDI+CMBX12~c" panose="02000500000000000000"/>
                <a:cs typeface="EDDEDI+CMBX12~c" panose="02000500000000000000"/>
              </a:rPr>
              <a:t>capacity:</a:t>
            </a:r>
            <a:r>
              <a:rPr sz="2500" spc="63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1">
                <a:solidFill>
                  <a:srgbClr val="000000"/>
                </a:solidFill>
                <a:latin typeface="EDDEDI+CMBX12~c" panose="02000500000000000000"/>
                <a:cs typeface="EDDEDI+CMBX12~c" panose="02000500000000000000"/>
              </a:rPr>
              <a:t>semantic</a:t>
            </a:r>
            <a:r>
              <a:rPr sz="2500" spc="3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EDDEDI+CMBX12~c" panose="02000500000000000000"/>
                <a:cs typeface="EDDEDI+CMBX12~c" panose="02000500000000000000"/>
              </a:rPr>
              <a:t>options</a:t>
            </a:r>
            <a:endParaRPr sz="2500" spc="-12">
              <a:solidFill>
                <a:srgbClr val="000000"/>
              </a:solidFill>
              <a:latin typeface="EDDEDI+CMBX12~c" panose="02000500000000000000"/>
              <a:cs typeface="EDDEDI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2160498"/>
            <a:ext cx="8609095" cy="2196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MBRLP+CMSY10~25" panose="02000500000000000000"/>
                <a:cs typeface="PMBRLP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OSUQCD+CMBX10" panose="02000500000000000000"/>
                <a:cs typeface="OSUQCD+CMBX10" panose="02000500000000000000"/>
              </a:rPr>
              <a:t>Zero</a:t>
            </a:r>
            <a:r>
              <a:rPr sz="2050" spc="2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SUQCD+CMBX10" panose="02000500000000000000"/>
                <a:cs typeface="OSUQCD+CMBX10" panose="02000500000000000000"/>
              </a:rPr>
              <a:t>channel</a:t>
            </a:r>
            <a:r>
              <a:rPr sz="2050" spc="3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SUQCD+CMBX10" panose="02000500000000000000"/>
                <a:cs typeface="OSUQCD+CMBX10" panose="02000500000000000000"/>
              </a:rPr>
              <a:t>capacity:</a:t>
            </a:r>
            <a:r>
              <a:rPr sz="2050" spc="4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Message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immediately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arrives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at</a:t>
            </a:r>
            <a:endParaRPr sz="2050">
              <a:solidFill>
                <a:srgbClr val="000000"/>
              </a:solidFill>
              <a:latin typeface="UUUGDH+CMR10" panose="02000500000000000000"/>
              <a:cs typeface="UUUGDH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receiver.</a:t>
            </a:r>
            <a:r>
              <a:rPr sz="2050" spc="3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If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receiver</a:t>
            </a:r>
            <a:r>
              <a:rPr sz="20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has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no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input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buﬀer,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channel</a:t>
            </a:r>
            <a:endParaRPr sz="2050">
              <a:solidFill>
                <a:srgbClr val="000000"/>
              </a:solidFill>
              <a:latin typeface="UUUGDH+CMR10" panose="02000500000000000000"/>
              <a:cs typeface="UUUGDH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represents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SUQCD+CMBX10" panose="02000500000000000000"/>
                <a:cs typeface="OSUQCD+CMBX10" panose="02000500000000000000"/>
              </a:rPr>
              <a:t>synchronous</a:t>
            </a:r>
            <a:r>
              <a:rPr sz="2050" spc="2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SUQCD+CMBX10" panose="02000500000000000000"/>
                <a:cs typeface="OSUQCD+CMBX10" panose="02000500000000000000"/>
              </a:rPr>
              <a:t>communication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which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the</a:t>
            </a:r>
            <a:endParaRPr sz="2050" spc="11">
              <a:solidFill>
                <a:srgbClr val="000000"/>
              </a:solidFill>
              <a:latin typeface="UUUGDH+CMR10" panose="02000500000000000000"/>
              <a:cs typeface="UUUGDH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60"/>
              </a:spcBef>
              <a:spcAft>
                <a:spcPct val="0"/>
              </a:spcAft>
            </a:pPr>
            <a:r>
              <a:rPr sz="2050" spc="12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sender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cannot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put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item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channel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if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receiver</a:t>
            </a:r>
            <a:r>
              <a:rPr sz="20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does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not</a:t>
            </a:r>
            <a:endParaRPr sz="2050" spc="10">
              <a:solidFill>
                <a:srgbClr val="000000"/>
              </a:solidFill>
              <a:latin typeface="UUUGDH+CMR10" panose="02000500000000000000"/>
              <a:cs typeface="UUUGDH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395"/>
              </a:spcBef>
              <a:spcAft>
                <a:spcPct val="0"/>
              </a:spcAft>
            </a:pPr>
            <a:r>
              <a:rPr sz="2050" spc="-12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take</a:t>
            </a:r>
            <a:r>
              <a:rPr sz="20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it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out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at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same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time.</a:t>
            </a:r>
            <a:endParaRPr sz="2050">
              <a:solidFill>
                <a:srgbClr val="000000"/>
              </a:solidFill>
              <a:latin typeface="UUUGDH+CMR10" panose="02000500000000000000"/>
              <a:cs typeface="UUUGDH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64" y="4166086"/>
            <a:ext cx="8523300" cy="145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MBRLP+CMSY10~25" panose="02000500000000000000"/>
                <a:cs typeface="PMBRLP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TNJMS+CMMI10" panose="02000500000000000000"/>
                <a:cs typeface="RTNJMS+CMMI10" panose="02000500000000000000"/>
              </a:rPr>
              <a:t>n</a:t>
            </a:r>
            <a:r>
              <a:rPr sz="2050">
                <a:solidFill>
                  <a:srgbClr val="000000"/>
                </a:solidFill>
                <a:latin typeface="OSUQCD+CMBX10" panose="02000500000000000000"/>
                <a:cs typeface="OSUQCD+CMBX10" panose="02000500000000000000"/>
              </a:rPr>
              <a:t>-item</a:t>
            </a:r>
            <a:r>
              <a:rPr sz="2050" spc="2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SUQCD+CMBX10" panose="02000500000000000000"/>
                <a:cs typeface="OSUQCD+CMBX10" panose="02000500000000000000"/>
              </a:rPr>
              <a:t>channel</a:t>
            </a:r>
            <a:r>
              <a:rPr sz="2050" spc="3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SUQCD+CMBX10" panose="02000500000000000000"/>
                <a:cs typeface="OSUQCD+CMBX10" panose="02000500000000000000"/>
              </a:rPr>
              <a:t>capacity:</a:t>
            </a:r>
            <a:r>
              <a:rPr sz="2050" spc="4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A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channel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contain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TNJMS+CMMI10" panose="02000500000000000000"/>
                <a:cs typeface="RTNJMS+CMMI10" panose="02000500000000000000"/>
              </a:rPr>
              <a:t>n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items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at</a:t>
            </a:r>
            <a:endParaRPr sz="2050">
              <a:solidFill>
                <a:srgbClr val="000000"/>
              </a:solidFill>
              <a:latin typeface="UUUGDH+CMR10" panose="02000500000000000000"/>
              <a:cs typeface="UUUGDH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395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same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time.</a:t>
            </a:r>
            <a:r>
              <a:rPr sz="2050" spc="3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When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sender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1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wants</a:t>
            </a:r>
            <a:r>
              <a:rPr sz="2050" spc="2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write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something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a</a:t>
            </a:r>
            <a:endParaRPr sz="2050">
              <a:solidFill>
                <a:srgbClr val="000000"/>
              </a:solidFill>
              <a:latin typeface="UUUGDH+CMR10" panose="02000500000000000000"/>
              <a:cs typeface="UUUGDH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channel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full:</a:t>
            </a:r>
            <a:endParaRPr sz="2050">
              <a:solidFill>
                <a:srgbClr val="000000"/>
              </a:solidFill>
              <a:latin typeface="UUUGDH+CMR10" panose="02000500000000000000"/>
              <a:cs typeface="UUUGDH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2041" y="5353286"/>
            <a:ext cx="6600675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SUQCD+CMBX10" panose="02000500000000000000"/>
                <a:cs typeface="OSUQCD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SUQCD+CMBX10" panose="02000500000000000000"/>
                <a:cs typeface="OSUQCD+CMBX10" panose="02000500000000000000"/>
              </a:rPr>
              <a:t>Overwrite</a:t>
            </a:r>
            <a:r>
              <a:rPr sz="2050" spc="2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SUQCD+CMBX10" panose="02000500000000000000"/>
                <a:cs typeface="OSUQCD+CMBX10" panose="02000500000000000000"/>
              </a:rPr>
              <a:t>semantics.</a:t>
            </a:r>
            <a:r>
              <a:rPr sz="2050" spc="4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(Statemate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UUUGDH+CMR10" panose="02000500000000000000"/>
                <a:cs typeface="UUUGDH+CMR10" panose="02000500000000000000"/>
              </a:rPr>
              <a:t>UML)</a:t>
            </a:r>
            <a:endParaRPr sz="2050" spc="14">
              <a:solidFill>
                <a:srgbClr val="000000"/>
              </a:solidFill>
              <a:latin typeface="UUUGDH+CMR10" panose="02000500000000000000"/>
              <a:cs typeface="UUUGDH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02033" y="5804330"/>
            <a:ext cx="3111354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OSUQCD+CMBX10" panose="02000500000000000000"/>
                <a:cs typeface="OSUQCD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OSUQCD+CMBX10" panose="02000500000000000000"/>
                <a:cs typeface="OSUQCD+CMBX10" panose="02000500000000000000"/>
              </a:rPr>
              <a:t>Refusal</a:t>
            </a:r>
            <a:r>
              <a:rPr sz="2050" spc="2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OSUQCD+CMBX10" panose="02000500000000000000"/>
                <a:cs typeface="OSUQCD+CMBX10" panose="02000500000000000000"/>
              </a:rPr>
              <a:t>semantics.</a:t>
            </a:r>
            <a:endParaRPr sz="2050">
              <a:solidFill>
                <a:srgbClr val="000000"/>
              </a:solidFill>
              <a:latin typeface="OSUQCD+CMBX10" panose="02000500000000000000"/>
              <a:cs typeface="OSUQCD+CMBX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FIIWAM+CMR7" panose="02000500000000000000"/>
                <a:cs typeface="FIIWAM+CMR7" panose="02000500000000000000"/>
              </a:rPr>
              <a:t>282</a:t>
            </a:r>
            <a:endParaRPr sz="1450">
              <a:solidFill>
                <a:srgbClr val="000000"/>
              </a:solidFill>
              <a:latin typeface="FIIWAM+CMR7" panose="02000500000000000000"/>
              <a:cs typeface="FIIWAM+CMR7" panose="02000500000000000000"/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919525"/>
            <a:ext cx="4814929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TOFOUP+CMBX12~c" panose="02000500000000000000"/>
                <a:cs typeface="TOFOUP+CMBX12~c" panose="02000500000000000000"/>
              </a:rPr>
              <a:t>Blocking:</a:t>
            </a:r>
            <a:r>
              <a:rPr sz="2500" spc="6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1">
                <a:solidFill>
                  <a:srgbClr val="000000"/>
                </a:solidFill>
                <a:latin typeface="TOFOUP+CMBX12~c" panose="02000500000000000000"/>
                <a:cs typeface="TOFOUP+CMBX12~c" panose="02000500000000000000"/>
              </a:rPr>
              <a:t>semantic</a:t>
            </a:r>
            <a:r>
              <a:rPr sz="2500" spc="3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TOFOUP+CMBX12~c" panose="02000500000000000000"/>
                <a:cs typeface="TOFOUP+CMBX12~c" panose="02000500000000000000"/>
              </a:rPr>
              <a:t>options</a:t>
            </a:r>
            <a:endParaRPr sz="2500" spc="-12">
              <a:solidFill>
                <a:srgbClr val="000000"/>
              </a:solidFill>
              <a:latin typeface="TOFOUP+CMBX12~c" panose="02000500000000000000"/>
              <a:cs typeface="TOFOUP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2386049"/>
            <a:ext cx="8656947" cy="1452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2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What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2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happens</a:t>
            </a:r>
            <a:r>
              <a:rPr sz="2050" spc="1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when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for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some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reason,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sender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attempts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a</a:t>
            </a:r>
            <a:endParaRPr sz="2050">
              <a:solidFill>
                <a:srgbClr val="000000"/>
              </a:solidFill>
              <a:latin typeface="USCLOM+CMR10" panose="02000500000000000000"/>
              <a:cs typeface="USCLOM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3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communication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through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channel,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but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communication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is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not</a:t>
            </a:r>
            <a:endParaRPr sz="2050" spc="10">
              <a:solidFill>
                <a:srgbClr val="000000"/>
              </a:solidFill>
              <a:latin typeface="USCLOM+CMR10" panose="02000500000000000000"/>
              <a:cs typeface="USCLOM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60"/>
              </a:spcBef>
              <a:spcAft>
                <a:spcPct val="0"/>
              </a:spcAft>
            </a:pPr>
            <a:r>
              <a:rPr sz="2050" spc="16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possible?</a:t>
            </a:r>
            <a:endParaRPr sz="2050" spc="16">
              <a:solidFill>
                <a:srgbClr val="000000"/>
              </a:solidFill>
              <a:latin typeface="USCLOM+CMR10" panose="02000500000000000000"/>
              <a:cs typeface="USCLOM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66" y="3646400"/>
            <a:ext cx="7736904" cy="19345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RBQJW+CMSY10~25" panose="02000500000000000000"/>
                <a:cs typeface="VRBQJW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RMNWNF+CMBX10" panose="02000500000000000000"/>
                <a:cs typeface="RMNWNF+CMBX10" panose="02000500000000000000"/>
              </a:rPr>
              <a:t>No</a:t>
            </a:r>
            <a:r>
              <a:rPr sz="2050" spc="2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MNWNF+CMBX10" panose="02000500000000000000"/>
                <a:cs typeface="RMNWNF+CMBX10" panose="02000500000000000000"/>
              </a:rPr>
              <a:t>blocking:</a:t>
            </a:r>
            <a:r>
              <a:rPr sz="2050" spc="3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Discard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immediately.</a:t>
            </a:r>
            <a:endParaRPr sz="2050">
              <a:solidFill>
                <a:srgbClr val="000000"/>
              </a:solidFill>
              <a:latin typeface="USCLOM+CMR10" panose="02000500000000000000"/>
              <a:cs typeface="USCLOM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50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RBQJW+CMSY10~25" panose="02000500000000000000"/>
                <a:cs typeface="VRBQJW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MNWNF+CMBX10" panose="02000500000000000000"/>
                <a:cs typeface="RMNWNF+CMBX10" panose="02000500000000000000"/>
              </a:rPr>
              <a:t>Finite</a:t>
            </a:r>
            <a:r>
              <a:rPr sz="2050" spc="2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MNWNF+CMBX10" panose="02000500000000000000"/>
                <a:cs typeface="RMNWNF+CMBX10" panose="02000500000000000000"/>
              </a:rPr>
              <a:t>blocking:</a:t>
            </a:r>
            <a:r>
              <a:rPr sz="2050" spc="3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5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Wait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ﬁnite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time,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then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discard.</a:t>
            </a:r>
            <a:r>
              <a:rPr sz="2050" spc="3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else.</a:t>
            </a:r>
            <a:endParaRPr sz="2050" spc="10">
              <a:solidFill>
                <a:srgbClr val="000000"/>
              </a:solidFill>
              <a:latin typeface="USCLOM+CMR10" panose="02000500000000000000"/>
              <a:cs typeface="USCLOM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RBQJW+CMSY10~25" panose="02000500000000000000"/>
                <a:cs typeface="VRBQJW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MNWNF+CMBX10" panose="02000500000000000000"/>
                <a:cs typeface="RMNWNF+CMBX10" panose="02000500000000000000"/>
              </a:rPr>
              <a:t>Inﬁnite</a:t>
            </a:r>
            <a:r>
              <a:rPr sz="2050" spc="2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RMNWNF+CMBX10" panose="02000500000000000000"/>
                <a:cs typeface="RMNWNF+CMBX10" panose="02000500000000000000"/>
              </a:rPr>
              <a:t>blocking:</a:t>
            </a:r>
            <a:r>
              <a:rPr sz="2050" spc="3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6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Wait.</a:t>
            </a:r>
            <a:endParaRPr sz="2050" spc="-26">
              <a:solidFill>
                <a:srgbClr val="000000"/>
              </a:solidFill>
              <a:latin typeface="USCLOM+CMR10" panose="02000500000000000000"/>
              <a:cs typeface="USCLOM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4247" y="5202408"/>
            <a:ext cx="8534926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Statemate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and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UML: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Not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applicable,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1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because</a:t>
            </a:r>
            <a:r>
              <a:rPr sz="2050" spc="14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they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use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overwrite</a:t>
            </a:r>
            <a:endParaRPr sz="2050">
              <a:solidFill>
                <a:srgbClr val="000000"/>
              </a:solidFill>
              <a:latin typeface="USCLOM+CMR10" panose="02000500000000000000"/>
              <a:cs typeface="USCLOM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SCLOM+CMR10" panose="02000500000000000000"/>
                <a:cs typeface="USCLOM+CMR10" panose="02000500000000000000"/>
              </a:rPr>
              <a:t>semantics.</a:t>
            </a:r>
            <a:endParaRPr sz="2050">
              <a:solidFill>
                <a:srgbClr val="000000"/>
              </a:solidFill>
              <a:latin typeface="USCLOM+CMR10" panose="02000500000000000000"/>
              <a:cs typeface="USCLOM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VEVTFC+CMR7" panose="02000500000000000000"/>
                <a:cs typeface="VEVTFC+CMR7" panose="02000500000000000000"/>
              </a:rPr>
              <a:t>283</a:t>
            </a:r>
            <a:endParaRPr sz="1450">
              <a:solidFill>
                <a:srgbClr val="000000"/>
              </a:solidFill>
              <a:latin typeface="VEVTFC+CMR7" panose="02000500000000000000"/>
              <a:cs typeface="VEVTFC+CMR7" panose="02000500000000000000"/>
            </a:endParaRP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524553"/>
            <a:ext cx="7234507" cy="1690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67">
                <a:solidFill>
                  <a:srgbClr val="000000"/>
                </a:solidFill>
                <a:latin typeface="JABHKR+CMBX12~c" panose="02000500000000000000"/>
                <a:cs typeface="JABHKR+CMBX12~c" panose="02000500000000000000"/>
              </a:rPr>
              <a:t>Temp</a:t>
            </a:r>
            <a:r>
              <a:rPr sz="2500" spc="-5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JABHKR+CMBX12~c" panose="02000500000000000000"/>
                <a:cs typeface="JABHKR+CMBX12~c" panose="02000500000000000000"/>
              </a:rPr>
              <a:t>oral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0">
                <a:solidFill>
                  <a:srgbClr val="000000"/>
                </a:solidFill>
                <a:latin typeface="JABHKR+CMBX12~c" panose="02000500000000000000"/>
                <a:cs typeface="JABHKR+CMBX12~c" panose="02000500000000000000"/>
              </a:rPr>
              <a:t>semantics</a:t>
            </a:r>
            <a:r>
              <a:rPr sz="2500" spc="3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JABHKR+CMBX12~c" panose="02000500000000000000"/>
                <a:cs typeface="JABHKR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37">
                <a:solidFill>
                  <a:srgbClr val="000000"/>
                </a:solidFill>
                <a:latin typeface="JABHKR+CMBX12~c" panose="02000500000000000000"/>
                <a:cs typeface="JABHKR+CMBX12~c" panose="02000500000000000000"/>
              </a:rPr>
              <a:t>network</a:t>
            </a:r>
            <a:r>
              <a:rPr sz="2500" spc="3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JABHKR+CMBX12~c" panose="02000500000000000000"/>
                <a:cs typeface="JABHKR+CMBX12~c" panose="02000500000000000000"/>
              </a:rPr>
              <a:t>behavior</a:t>
            </a:r>
            <a:endParaRPr sz="2500" spc="-11">
              <a:solidFill>
                <a:srgbClr val="000000"/>
              </a:solidFill>
              <a:latin typeface="JABHKR+CMBX12~c" panose="02000500000000000000"/>
              <a:cs typeface="JABHKR+CMBX12~c" panose="02000500000000000000"/>
            </a:endParaRPr>
          </a:p>
          <a:p>
            <a:pPr marL="0" marR="0">
              <a:lnSpc>
                <a:spcPts val="2520"/>
              </a:lnSpc>
              <a:spcBef>
                <a:spcPts val="1295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KPMKMQ+CMR10" panose="02000500000000000000"/>
                <a:cs typeface="KPMKMQ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KPMKMQ+CMR10" panose="02000500000000000000"/>
                <a:cs typeface="KPMKMQ+CMR10" panose="02000500000000000000"/>
              </a:rPr>
              <a:t>SuD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MKMQ+CMR10" panose="02000500000000000000"/>
                <a:cs typeface="KPMKMQ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MKMQ+CMR10" panose="02000500000000000000"/>
                <a:cs typeface="KPMKMQ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KPMKMQ+CMR10" panose="02000500000000000000"/>
                <a:cs typeface="KPMKMQ+CMR10" panose="02000500000000000000"/>
              </a:rPr>
              <a:t>network</a:t>
            </a:r>
            <a:r>
              <a:rPr sz="2050" spc="2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MKMQ+CMR10" panose="02000500000000000000"/>
                <a:cs typeface="KPMKMQ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MKMQ+CMR10" panose="02000500000000000000"/>
                <a:cs typeface="KPMKMQ+CMR10" panose="02000500000000000000"/>
              </a:rPr>
              <a:t>communication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PMKMQ+CMR10" panose="02000500000000000000"/>
                <a:cs typeface="KPMKMQ+CMR10" panose="02000500000000000000"/>
              </a:rPr>
              <a:t>components.</a:t>
            </a:r>
            <a:endParaRPr sz="2050" spc="10">
              <a:solidFill>
                <a:srgbClr val="000000"/>
              </a:solidFill>
              <a:latin typeface="KPMKMQ+CMR10" panose="02000500000000000000"/>
              <a:cs typeface="KPMKMQ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1295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KPMKMQ+CMR10" panose="02000500000000000000"/>
                <a:cs typeface="KPMKMQ+CMR10" panose="02000500000000000000"/>
              </a:rPr>
              <a:t>Options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MKMQ+CMR10" panose="02000500000000000000"/>
                <a:cs typeface="KPMKMQ+CMR10" panose="02000500000000000000"/>
              </a:rPr>
              <a:t>for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KPMKMQ+CMR10" panose="02000500000000000000"/>
                <a:cs typeface="KPMKMQ+CMR10" panose="02000500000000000000"/>
              </a:rPr>
              <a:t>temporal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MKMQ+CMR10" panose="02000500000000000000"/>
                <a:cs typeface="KPMKMQ+CMR10" panose="02000500000000000000"/>
              </a:rPr>
              <a:t>semantics:</a:t>
            </a:r>
            <a:endParaRPr sz="2050">
              <a:solidFill>
                <a:srgbClr val="000000"/>
              </a:solidFill>
              <a:latin typeface="KPMKMQ+CMR10" panose="02000500000000000000"/>
              <a:cs typeface="KPMKMQ+CMR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99" y="3993873"/>
            <a:ext cx="8690460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CHPKK+CMSY10~25" panose="02000500000000000000"/>
                <a:cs typeface="RCHPKK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MKMQ+CMR10" panose="02000500000000000000"/>
                <a:cs typeface="KPMKMQ+CMR10" panose="02000500000000000000"/>
              </a:rPr>
              <a:t>Global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MKMQ+CMR10" panose="02000500000000000000"/>
                <a:cs typeface="KPMKMQ+CMR10" panose="02000500000000000000"/>
              </a:rPr>
              <a:t>time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MKMQ+CMR10" panose="02000500000000000000"/>
                <a:cs typeface="KPMKMQ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PMKMQ+CMR10" panose="02000500000000000000"/>
                <a:cs typeface="KPMKMQ+CMR10" panose="02000500000000000000"/>
              </a:rPr>
              <a:t>indicated</a:t>
            </a:r>
            <a:r>
              <a:rPr sz="2050" spc="1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KPMKMQ+CMR10" panose="02000500000000000000"/>
                <a:cs typeface="KPMKMQ+CMR10" panose="02000500000000000000"/>
              </a:rPr>
              <a:t>by</a:t>
            </a:r>
            <a:r>
              <a:rPr sz="2050" spc="2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MKMQ+CMR10" panose="02000500000000000000"/>
                <a:cs typeface="KPMKMQ+CMR10" panose="02000500000000000000"/>
              </a:rPr>
              <a:t>global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PMKMQ+CMR10" panose="02000500000000000000"/>
                <a:cs typeface="KPMKMQ+CMR10" panose="02000500000000000000"/>
              </a:rPr>
              <a:t>clock,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MKMQ+CMR10" panose="02000500000000000000"/>
                <a:cs typeface="KPMKMQ+CMR10" panose="02000500000000000000"/>
              </a:rPr>
              <a:t>immediately</a:t>
            </a:r>
            <a:r>
              <a:rPr sz="2050" spc="1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MKMQ+CMR10" panose="02000500000000000000"/>
                <a:cs typeface="KPMKMQ+CMR10" panose="02000500000000000000"/>
              </a:rPr>
              <a:t>accessible</a:t>
            </a:r>
            <a:endParaRPr sz="2050">
              <a:solidFill>
                <a:srgbClr val="000000"/>
              </a:solidFill>
              <a:latin typeface="KPMKMQ+CMR10" panose="02000500000000000000"/>
              <a:cs typeface="KPMKMQ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723" y="4365731"/>
            <a:ext cx="2506606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PMKMQ+CMR10" panose="02000500000000000000"/>
                <a:cs typeface="KPMKMQ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MKMQ+CMR10" panose="02000500000000000000"/>
                <a:cs typeface="KPMKMQ+CMR10" panose="02000500000000000000"/>
              </a:rPr>
              <a:t>all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PMKMQ+CMR10" panose="02000500000000000000"/>
                <a:cs typeface="KPMKMQ+CMR10" panose="02000500000000000000"/>
              </a:rPr>
              <a:t>components.</a:t>
            </a:r>
            <a:endParaRPr sz="2050" spc="10">
              <a:solidFill>
                <a:srgbClr val="000000"/>
              </a:solidFill>
              <a:latin typeface="KPMKMQ+CMR10" panose="02000500000000000000"/>
              <a:cs typeface="KPMKMQ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95" y="4883890"/>
            <a:ext cx="341598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CHPKK+CMSY10~25" panose="02000500000000000000"/>
                <a:cs typeface="RCHPKK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KPMKMQ+CMR10" panose="02000500000000000000"/>
                <a:cs typeface="KPMKMQ+CMR10" panose="02000500000000000000"/>
              </a:rPr>
              <a:t>Local</a:t>
            </a:r>
            <a:r>
              <a:rPr sz="2050" spc="14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PMKMQ+CMR10" panose="02000500000000000000"/>
                <a:cs typeface="KPMKMQ+CMR10" panose="02000500000000000000"/>
              </a:rPr>
              <a:t>clocks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3">
                <a:solidFill>
                  <a:srgbClr val="000000"/>
                </a:solidFill>
                <a:latin typeface="KPMKMQ+CMR10" panose="02000500000000000000"/>
                <a:cs typeface="KPMKMQ+CMR10" panose="02000500000000000000"/>
              </a:rPr>
              <a:t>may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PMKMQ+CMR10" panose="02000500000000000000"/>
                <a:cs typeface="KPMKMQ+CMR10" panose="02000500000000000000"/>
              </a:rPr>
              <a:t>diﬀer.</a:t>
            </a:r>
            <a:endParaRPr sz="2050">
              <a:solidFill>
                <a:srgbClr val="000000"/>
              </a:solidFill>
              <a:latin typeface="KPMKMQ+CMR10" panose="02000500000000000000"/>
              <a:cs typeface="KPMKMQ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OHVQQR+CMR7" panose="02000500000000000000"/>
                <a:cs typeface="OHVQQR+CMR7" panose="02000500000000000000"/>
              </a:rPr>
              <a:t>284</a:t>
            </a:r>
            <a:endParaRPr sz="1450">
              <a:solidFill>
                <a:srgbClr val="000000"/>
              </a:solidFill>
              <a:latin typeface="OHVQQR+CMR7" panose="02000500000000000000"/>
              <a:cs typeface="OHVQQR+CMR7" panose="02000500000000000000"/>
            </a:endParaRP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860089"/>
            <a:ext cx="6338134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DDQPAI+CMBX12~c" panose="02000500000000000000"/>
                <a:cs typeface="DDQPAI+CMBX12~c" panose="02000500000000000000"/>
              </a:rPr>
              <a:t>Step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0">
                <a:solidFill>
                  <a:srgbClr val="000000"/>
                </a:solidFill>
                <a:latin typeface="DDQPAI+CMBX12~c" panose="02000500000000000000"/>
                <a:cs typeface="DDQPAI+CMBX12~c" panose="02000500000000000000"/>
              </a:rPr>
              <a:t>semantics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DDQPAI+CMBX12~c" panose="02000500000000000000"/>
                <a:cs typeface="DDQPAI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37">
                <a:solidFill>
                  <a:srgbClr val="000000"/>
                </a:solidFill>
                <a:latin typeface="DDQPAI+CMBX12~c" panose="02000500000000000000"/>
                <a:cs typeface="DDQPAI+CMBX12~c" panose="02000500000000000000"/>
              </a:rPr>
              <a:t>network</a:t>
            </a:r>
            <a:r>
              <a:rPr sz="2500" spc="3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DDQPAI+CMBX12~c" panose="02000500000000000000"/>
                <a:cs typeface="DDQPAI+CMBX12~c" panose="02000500000000000000"/>
              </a:rPr>
              <a:t>behavior</a:t>
            </a:r>
            <a:endParaRPr sz="2500" spc="-11">
              <a:solidFill>
                <a:srgbClr val="000000"/>
              </a:solidFill>
              <a:latin typeface="DDQPAI+CMBX12~c" panose="02000500000000000000"/>
              <a:cs typeface="DDQPAI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2360141"/>
            <a:ext cx="7962067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JTAFC+CMSY10~25" panose="02000500000000000000"/>
                <a:cs typeface="LJTAF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3">
                <a:solidFill>
                  <a:srgbClr val="000000"/>
                </a:solidFill>
                <a:latin typeface="NUVRMK+CMBX10" panose="02000500000000000000"/>
                <a:cs typeface="NUVRMK+CMBX10" panose="02000500000000000000"/>
              </a:rPr>
              <a:t>Network</a:t>
            </a:r>
            <a:r>
              <a:rPr sz="2050" spc="3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UVRMK+CMBX10" panose="02000500000000000000"/>
                <a:cs typeface="NUVRMK+CMBX10" panose="02000500000000000000"/>
              </a:rPr>
              <a:t>step</a:t>
            </a:r>
            <a:r>
              <a:rPr sz="2050" spc="2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UVRMK+CMBX10" panose="02000500000000000000"/>
                <a:cs typeface="NUVRMK+CMBX10" panose="02000500000000000000"/>
              </a:rPr>
              <a:t>semantics.</a:t>
            </a:r>
            <a:r>
              <a:rPr sz="2050" spc="4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SuD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ready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respond</a:t>
            </a:r>
            <a:endParaRPr sz="2050" spc="19">
              <a:solidFill>
                <a:srgbClr val="000000"/>
              </a:solidFill>
              <a:latin typeface="HWGITS+CMR10" panose="02000500000000000000"/>
              <a:cs typeface="HWGITS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712" y="2731999"/>
            <a:ext cx="487281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when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any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its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components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ready.</a:t>
            </a:r>
            <a:endParaRPr sz="2050" spc="-20">
              <a:solidFill>
                <a:srgbClr val="000000"/>
              </a:solidFill>
              <a:latin typeface="HWGITS+CMR10" panose="02000500000000000000"/>
              <a:cs typeface="HWGITS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70" y="3250159"/>
            <a:ext cx="7626813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JTAFC+CMSY10~25" panose="02000500000000000000"/>
                <a:cs typeface="LJTAF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3">
                <a:solidFill>
                  <a:srgbClr val="000000"/>
                </a:solidFill>
                <a:latin typeface="NUVRMK+CMBX10" panose="02000500000000000000"/>
                <a:cs typeface="NUVRMK+CMBX10" panose="02000500000000000000"/>
              </a:rPr>
              <a:t>Network</a:t>
            </a:r>
            <a:r>
              <a:rPr sz="2050" spc="3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UVRMK+CMBX10" panose="02000500000000000000"/>
                <a:cs typeface="NUVRMK+CMBX10" panose="02000500000000000000"/>
              </a:rPr>
              <a:t>multistep</a:t>
            </a:r>
            <a:r>
              <a:rPr sz="2050" spc="2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UVRMK+CMBX10" panose="02000500000000000000"/>
                <a:cs typeface="NUVRMK+CMBX10" panose="02000500000000000000"/>
              </a:rPr>
              <a:t>semantics.</a:t>
            </a:r>
            <a:r>
              <a:rPr sz="2050" spc="4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SuD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ready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to</a:t>
            </a:r>
            <a:endParaRPr sz="2050">
              <a:solidFill>
                <a:srgbClr val="000000"/>
              </a:solidFill>
              <a:latin typeface="HWGITS+CMR10" panose="02000500000000000000"/>
              <a:cs typeface="HWGITS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693" y="3622017"/>
            <a:ext cx="571182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9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respond</a:t>
            </a:r>
            <a:r>
              <a:rPr sz="20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when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all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its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components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ready.</a:t>
            </a:r>
            <a:endParaRPr sz="2050" spc="-20">
              <a:solidFill>
                <a:srgbClr val="000000"/>
              </a:solidFill>
              <a:latin typeface="HWGITS+CMR10" panose="02000500000000000000"/>
              <a:cs typeface="HWGITS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4237" y="4140178"/>
            <a:ext cx="2881326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Propagation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strategy:</a:t>
            </a:r>
            <a:endParaRPr sz="2050">
              <a:solidFill>
                <a:srgbClr val="000000"/>
              </a:solidFill>
              <a:latin typeface="HWGITS+CMR10" panose="02000500000000000000"/>
              <a:cs typeface="HWGITS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550" y="4658341"/>
            <a:ext cx="7741909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JTAFC+CMSY10~25" panose="02000500000000000000"/>
                <a:cs typeface="LJTAF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UVRMK+CMBX10" panose="02000500000000000000"/>
                <a:cs typeface="NUVRMK+CMBX10" panose="02000500000000000000"/>
              </a:rPr>
              <a:t>Breadth-ﬁrst:</a:t>
            </a:r>
            <a:r>
              <a:rPr sz="2050" spc="3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Execute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triggered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component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after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all</a:t>
            </a:r>
            <a:endParaRPr sz="2050">
              <a:solidFill>
                <a:srgbClr val="000000"/>
              </a:solidFill>
              <a:latin typeface="HWGITS+CMR10" panose="02000500000000000000"/>
              <a:cs typeface="HWGITS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6671" y="5030199"/>
            <a:ext cx="568074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components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triggered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earlier,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executed.</a:t>
            </a:r>
            <a:endParaRPr sz="2050" spc="12">
              <a:solidFill>
                <a:srgbClr val="000000"/>
              </a:solidFill>
              <a:latin typeface="HWGITS+CMR10" panose="02000500000000000000"/>
              <a:cs typeface="HWGITS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547" y="5548361"/>
            <a:ext cx="8095489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JTAFC+CMSY10~25" panose="02000500000000000000"/>
                <a:cs typeface="LJTAFC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UVRMK+CMBX10" panose="02000500000000000000"/>
                <a:cs typeface="NUVRMK+CMBX10" panose="02000500000000000000"/>
              </a:rPr>
              <a:t>Depth-ﬁrst:</a:t>
            </a:r>
            <a:r>
              <a:rPr sz="2050" spc="3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Execute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triggered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component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WGITS+CMR10" panose="02000500000000000000"/>
                <a:cs typeface="HWGITS+CMR10" panose="02000500000000000000"/>
              </a:rPr>
              <a:t>immediately.</a:t>
            </a:r>
            <a:endParaRPr sz="2050">
              <a:solidFill>
                <a:srgbClr val="000000"/>
              </a:solidFill>
              <a:latin typeface="HWGITS+CMR10" panose="02000500000000000000"/>
              <a:cs typeface="HWGITS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SCRMMH+CMR7" panose="02000500000000000000"/>
                <a:cs typeface="SCRMMH+CMR7" panose="02000500000000000000"/>
              </a:rPr>
              <a:t>285</a:t>
            </a:r>
            <a:endParaRPr sz="1450">
              <a:solidFill>
                <a:srgbClr val="000000"/>
              </a:solidFill>
              <a:latin typeface="SCRMMH+CMR7" panose="02000500000000000000"/>
              <a:cs typeface="SCRMMH+CMR7" panose="02000500000000000000"/>
            </a:endParaRP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524809"/>
            <a:ext cx="3204692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ICUBSA+CMBX12~c" panose="02000500000000000000"/>
                <a:cs typeface="ICUBSA+CMBX12~c" panose="02000500000000000000"/>
              </a:rPr>
              <a:t>The</a:t>
            </a:r>
            <a:r>
              <a:rPr sz="2500" spc="3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6">
                <a:solidFill>
                  <a:srgbClr val="000000"/>
                </a:solidFill>
                <a:latin typeface="ICUBSA+CMBX12~c" panose="02000500000000000000"/>
                <a:cs typeface="ICUBSA+CMBX12~c" panose="02000500000000000000"/>
              </a:rPr>
              <a:t>Environment</a:t>
            </a:r>
            <a:endParaRPr sz="2500" spc="-26">
              <a:solidFill>
                <a:srgbClr val="000000"/>
              </a:solidFill>
              <a:latin typeface="ICUBSA+CMBX12~c" panose="02000500000000000000"/>
              <a:cs typeface="ICUBSA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2024861"/>
            <a:ext cx="8123278" cy="14541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QKGLO+CMSY10~25" panose="02000500000000000000"/>
                <a:cs typeface="KQKGLO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A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communication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diagram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intended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specify</a:t>
            </a:r>
            <a:endParaRPr sz="2050" spc="20">
              <a:solidFill>
                <a:srgbClr val="000000"/>
              </a:solidFill>
              <a:latin typeface="PDOOCC+CMR10" panose="02000500000000000000"/>
              <a:cs typeface="PDOOCC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environment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behavior.</a:t>
            </a:r>
            <a:r>
              <a:rPr sz="2050" spc="3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But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it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does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make</a:t>
            </a:r>
            <a:r>
              <a:rPr sz="20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some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assumptions</a:t>
            </a:r>
            <a:endParaRPr sz="2050">
              <a:solidFill>
                <a:srgbClr val="000000"/>
              </a:solidFill>
              <a:latin typeface="PDOOCC+CMR10" panose="02000500000000000000"/>
              <a:cs typeface="PDOOCC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25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about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environment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behavior.</a:t>
            </a:r>
            <a:endParaRPr sz="2050">
              <a:solidFill>
                <a:srgbClr val="000000"/>
              </a:solidFill>
              <a:latin typeface="PDOOCC+CMR10" panose="02000500000000000000"/>
              <a:cs typeface="PDOOCC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01966" y="3213583"/>
            <a:ext cx="7206652" cy="11554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BIMUB+CMBX10" panose="02000500000000000000"/>
                <a:cs typeface="RBIMUB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Environment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able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absorb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response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at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all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times.</a:t>
            </a:r>
            <a:endParaRPr sz="2050">
              <a:solidFill>
                <a:srgbClr val="000000"/>
              </a:solidFill>
              <a:latin typeface="PDOOCC+CMR10" panose="02000500000000000000"/>
              <a:cs typeface="PDOOCC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98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BIMUB+CMBX10" panose="02000500000000000000"/>
                <a:cs typeface="RBIMUB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environment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can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produce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stimuli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at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all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times.</a:t>
            </a:r>
            <a:endParaRPr sz="2050">
              <a:solidFill>
                <a:srgbClr val="000000"/>
              </a:solidFill>
              <a:latin typeface="PDOOCC+CMR10" panose="02000500000000000000"/>
              <a:cs typeface="PDOOCC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498" y="4176754"/>
            <a:ext cx="7467752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QKGLO+CMSY10~25" panose="02000500000000000000"/>
                <a:cs typeface="KQKGLO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environment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is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continuous,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discrete.</a:t>
            </a:r>
            <a:endParaRPr sz="2050" spc="10">
              <a:solidFill>
                <a:srgbClr val="000000"/>
              </a:solidFill>
              <a:latin typeface="PDOOCC+CMR10" panose="02000500000000000000"/>
              <a:cs typeface="PDOOCC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01963" y="4621762"/>
            <a:ext cx="7493749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BIMUB+CMBX10" panose="02000500000000000000"/>
                <a:cs typeface="RBIMUB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Arrival</a:t>
            </a:r>
            <a:r>
              <a:rPr sz="2050" spc="20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order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stimuli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over</a:t>
            </a:r>
            <a:r>
              <a:rPr sz="2050" spc="2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diﬀerent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channels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3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may</a:t>
            </a:r>
            <a:r>
              <a:rPr sz="2050" spc="2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be</a:t>
            </a:r>
            <a:endParaRPr sz="2050" spc="73">
              <a:solidFill>
                <a:srgbClr val="000000"/>
              </a:solidFill>
              <a:latin typeface="PDOOCC+CMR10" panose="02000500000000000000"/>
              <a:cs typeface="PDOOCC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83889" y="4993620"/>
            <a:ext cx="289375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unknown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SuD.</a:t>
            </a:r>
            <a:endParaRPr sz="2050" spc="15">
              <a:solidFill>
                <a:srgbClr val="000000"/>
              </a:solidFill>
              <a:latin typeface="PDOOCC+CMR10" panose="02000500000000000000"/>
              <a:cs typeface="PDOOCC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1948" y="5438629"/>
            <a:ext cx="6620185" cy="11554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BIMUB+CMBX10" panose="02000500000000000000"/>
                <a:cs typeface="RBIMUB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Stimuli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arriving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over</a:t>
            </a:r>
            <a:r>
              <a:rPr sz="2050" spc="20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same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channel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3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may</a:t>
            </a:r>
            <a:r>
              <a:rPr sz="2050" spc="2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be</a:t>
            </a:r>
            <a:r>
              <a:rPr sz="2050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lost.</a:t>
            </a:r>
            <a:endParaRPr sz="2050">
              <a:solidFill>
                <a:srgbClr val="000000"/>
              </a:solidFill>
              <a:latin typeface="PDOOCC+CMR10" panose="02000500000000000000"/>
              <a:cs typeface="PDOOCC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98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BIMUB+CMBX10" panose="02000500000000000000"/>
                <a:cs typeface="RBIMUB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Time-continuous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input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DOOCC+CMR10" panose="02000500000000000000"/>
                <a:cs typeface="PDOOCC+CMR10" panose="02000500000000000000"/>
              </a:rPr>
              <a:t>sampled.</a:t>
            </a:r>
            <a:endParaRPr sz="2050">
              <a:solidFill>
                <a:srgbClr val="000000"/>
              </a:solidFill>
              <a:latin typeface="PDOOCC+CMR10" panose="02000500000000000000"/>
              <a:cs typeface="PDOOCC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ODACFC+CMR7" panose="02000500000000000000"/>
                <a:cs typeface="ODACFC+CMR7" panose="02000500000000000000"/>
              </a:rPr>
              <a:t>286</a:t>
            </a:r>
            <a:endParaRPr sz="1450">
              <a:solidFill>
                <a:srgbClr val="000000"/>
              </a:solidFill>
              <a:latin typeface="ODACFC+CMR7" panose="02000500000000000000"/>
              <a:cs typeface="ODACFC+CMR7" panose="02000500000000000000"/>
            </a:endParaRP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081325"/>
            <a:ext cx="2342480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4">
                <a:solidFill>
                  <a:srgbClr val="000000"/>
                </a:solidFill>
                <a:latin typeface="WLOOFO+CMBX12~c" panose="02000500000000000000"/>
                <a:cs typeface="WLOOFO+CMBX12~c" panose="02000500000000000000"/>
              </a:rPr>
              <a:t>Main</a:t>
            </a:r>
            <a:r>
              <a:rPr sz="2500" spc="3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WLOOFO+CMBX12~c" panose="02000500000000000000"/>
                <a:cs typeface="WLOOFO+CMBX12~c" panose="02000500000000000000"/>
              </a:rPr>
              <a:t>points</a:t>
            </a:r>
            <a:endParaRPr sz="2500" spc="-12">
              <a:solidFill>
                <a:srgbClr val="000000"/>
              </a:solidFill>
              <a:latin typeface="WLOOFO+CMBX12~c" panose="02000500000000000000"/>
              <a:cs typeface="WLOOFO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1582901"/>
            <a:ext cx="8646972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VEDUL+CMSY10~25" panose="02000500000000000000"/>
                <a:cs typeface="TVEDU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Components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3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may</a:t>
            </a:r>
            <a:r>
              <a:rPr sz="2050" spc="2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have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input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buﬀers;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3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may</a:t>
            </a:r>
            <a:r>
              <a:rPr sz="2050" spc="2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have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size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restrictions</a:t>
            </a:r>
            <a:endParaRPr sz="2050">
              <a:solidFill>
                <a:srgbClr val="000000"/>
              </a:solidFill>
              <a:latin typeface="QBUOFC+CMR10" panose="02000500000000000000"/>
              <a:cs typeface="QBUOFC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704" y="1953235"/>
            <a:ext cx="258990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access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policies.</a:t>
            </a:r>
            <a:endParaRPr sz="2050" spc="17">
              <a:solidFill>
                <a:srgbClr val="000000"/>
              </a:solidFill>
              <a:latin typeface="QBUOFC+CMR10" panose="02000500000000000000"/>
              <a:cs typeface="QBUOFC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56" y="2472919"/>
            <a:ext cx="7739061" cy="2969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VEDUL+CMSY10~25" panose="02000500000000000000"/>
                <a:cs typeface="TVEDU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Communication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channels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reliable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instantaneous.</a:t>
            </a:r>
            <a:endParaRPr sz="2050">
              <a:solidFill>
                <a:srgbClr val="000000"/>
              </a:solidFill>
              <a:latin typeface="QBUOFC+CMR10" panose="02000500000000000000"/>
              <a:cs typeface="QBUOFC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VEDUL+CMSY10~25" panose="02000500000000000000"/>
                <a:cs typeface="TVEDU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Addressing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3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may</a:t>
            </a:r>
            <a:r>
              <a:rPr sz="2050" spc="2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be</a:t>
            </a:r>
            <a:r>
              <a:rPr sz="2050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channel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destination.</a:t>
            </a:r>
            <a:endParaRPr sz="2050">
              <a:solidFill>
                <a:srgbClr val="000000"/>
              </a:solidFill>
              <a:latin typeface="QBUOFC+CMR10" panose="02000500000000000000"/>
              <a:cs typeface="QBUOFC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VEDUL+CMSY10~25" panose="02000500000000000000"/>
                <a:cs typeface="TVEDU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Channel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capacity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3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may</a:t>
            </a:r>
            <a:r>
              <a:rPr sz="2050" spc="2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be</a:t>
            </a:r>
            <a:r>
              <a:rPr sz="2050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restricted.</a:t>
            </a:r>
            <a:endParaRPr sz="2050">
              <a:solidFill>
                <a:srgbClr val="000000"/>
              </a:solidFill>
              <a:latin typeface="QBUOFC+CMR10" panose="02000500000000000000"/>
              <a:cs typeface="QBUOFC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VEDUL+CMSY10~25" panose="02000500000000000000"/>
                <a:cs typeface="TVEDU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Communications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have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blocking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semantics.</a:t>
            </a:r>
            <a:endParaRPr sz="2050">
              <a:solidFill>
                <a:srgbClr val="000000"/>
              </a:solidFill>
              <a:latin typeface="QBUOFC+CMR10" panose="02000500000000000000"/>
              <a:cs typeface="QBUOFC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VEDUL+CMSY10~25" panose="02000500000000000000"/>
                <a:cs typeface="TVEDU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Time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3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may</a:t>
            </a:r>
            <a:r>
              <a:rPr sz="2050" spc="2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global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local.</a:t>
            </a:r>
            <a:endParaRPr sz="2050" spc="20">
              <a:solidFill>
                <a:srgbClr val="000000"/>
              </a:solidFill>
              <a:latin typeface="QBUOFC+CMR10" panose="02000500000000000000"/>
              <a:cs typeface="QBUOFC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565" y="5065249"/>
            <a:ext cx="799062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VEDUL+CMSY10~25" panose="02000500000000000000"/>
                <a:cs typeface="TVEDU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Steps</a:t>
            </a:r>
            <a:r>
              <a:rPr sz="20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3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may</a:t>
            </a:r>
            <a:r>
              <a:rPr sz="2050" spc="2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propagate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through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network</a:t>
            </a:r>
            <a:r>
              <a:rPr sz="20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breadth-ﬁrst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or</a:t>
            </a:r>
            <a:endParaRPr sz="2050">
              <a:solidFill>
                <a:srgbClr val="000000"/>
              </a:solidFill>
              <a:latin typeface="QBUOFC+CMR10" panose="02000500000000000000"/>
              <a:cs typeface="QBUOFC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6678" y="5435582"/>
            <a:ext cx="1661663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depth-ﬁrst.</a:t>
            </a:r>
            <a:endParaRPr sz="2050">
              <a:solidFill>
                <a:srgbClr val="000000"/>
              </a:solidFill>
              <a:latin typeface="QBUOFC+CMR10" panose="02000500000000000000"/>
              <a:cs typeface="QBUOFC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549" y="5955266"/>
            <a:ext cx="7916307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VEDUL+CMSY10~25" panose="02000500000000000000"/>
                <a:cs typeface="TVEDU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51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We</a:t>
            </a:r>
            <a:r>
              <a:rPr sz="2050" spc="3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assume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that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environment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always</a:t>
            </a:r>
            <a:r>
              <a:rPr sz="2050" spc="2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able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absorb</a:t>
            </a:r>
            <a:endParaRPr sz="2050">
              <a:solidFill>
                <a:srgbClr val="000000"/>
              </a:solidFill>
              <a:latin typeface="QBUOFC+CMR10" panose="02000500000000000000"/>
              <a:cs typeface="QBUOFC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6671" y="6325599"/>
            <a:ext cx="154096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6">
                <a:solidFill>
                  <a:srgbClr val="000000"/>
                </a:solidFill>
                <a:latin typeface="QBUOFC+CMR10" panose="02000500000000000000"/>
                <a:cs typeface="QBUOFC+CMR10" panose="02000500000000000000"/>
              </a:rPr>
              <a:t>responses.</a:t>
            </a:r>
            <a:endParaRPr sz="2050" spc="16">
              <a:solidFill>
                <a:srgbClr val="000000"/>
              </a:solidFill>
              <a:latin typeface="QBUOFC+CMR10" panose="02000500000000000000"/>
              <a:cs typeface="QBUOFC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HFDNDW+CMR7" panose="02000500000000000000"/>
                <a:cs typeface="HFDNDW+CMR7" panose="02000500000000000000"/>
              </a:rPr>
              <a:t>287</a:t>
            </a:r>
            <a:endParaRPr sz="1450">
              <a:solidFill>
                <a:srgbClr val="000000"/>
              </a:solidFill>
              <a:latin typeface="HFDNDW+CMR7" panose="02000500000000000000"/>
              <a:cs typeface="HFDNDW+CMR7" panose="02000500000000000000"/>
            </a:endParaRP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753868" y="983789"/>
            <a:ext cx="7532311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ARGVMU+CMBX12~c" panose="02000500000000000000"/>
                <a:cs typeface="ARGVMU+CMBX12~c" panose="02000500000000000000"/>
              </a:rPr>
              <a:t>Chapter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ARGVMU+CMBX12~c" panose="02000500000000000000"/>
                <a:cs typeface="ARGVMU+CMBX12~c" panose="02000500000000000000"/>
              </a:rPr>
              <a:t>18.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5">
                <a:solidFill>
                  <a:srgbClr val="000000"/>
                </a:solidFill>
                <a:latin typeface="ARGVMU+CMBX12~c" panose="02000500000000000000"/>
                <a:cs typeface="ARGVMU+CMBX12~c" panose="02000500000000000000"/>
              </a:rPr>
              <a:t>Context</a:t>
            </a:r>
            <a:r>
              <a:rPr sz="2500" spc="3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ARGVMU+CMBX12~c" panose="02000500000000000000"/>
                <a:cs typeface="ARGVMU+CMBX12~c" panose="02000500000000000000"/>
              </a:rPr>
              <a:t>Modeling</a:t>
            </a:r>
            <a:r>
              <a:rPr sz="2500" spc="2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ARGVMU+CMBX12~c" panose="02000500000000000000"/>
                <a:cs typeface="ARGVMU+CMBX12~c" panose="02000500000000000000"/>
              </a:rPr>
              <a:t>Guidelines</a:t>
            </a:r>
            <a:endParaRPr sz="2500" spc="-10">
              <a:solidFill>
                <a:srgbClr val="000000"/>
              </a:solidFill>
              <a:latin typeface="ARGVMU+CMBX12~c" panose="02000500000000000000"/>
              <a:cs typeface="ARGVMU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60533" y="1504835"/>
            <a:ext cx="2597330" cy="7466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78585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BRAFA+Helvetica" panose="020B0604020202020204"/>
                <a:cs typeface="JBRAFA+Helvetica" panose="020B0604020202020204"/>
              </a:rPr>
              <a:t>Services</a:t>
            </a:r>
            <a:endParaRPr sz="1800">
              <a:solidFill>
                <a:srgbClr val="000000"/>
              </a:solidFill>
              <a:latin typeface="JBRAFA+Helvetica" panose="020B0604020202020204"/>
              <a:cs typeface="JBRAFA+Helvetica" panose="020B0604020202020204"/>
            </a:endParaRPr>
          </a:p>
          <a:p>
            <a:pPr marL="0" marR="0">
              <a:lnSpc>
                <a:spcPts val="117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QFEAIF+Helvetica-Bold" panose="020B0704020202020204"/>
                <a:cs typeface="QFEAIF+Helvetica-Bold" panose="020B0704020202020204"/>
              </a:rPr>
              <a:t>Composite</a:t>
            </a:r>
            <a:endParaRPr sz="1800" b="1">
              <a:solidFill>
                <a:srgbClr val="000000"/>
              </a:solidFill>
              <a:latin typeface="QFEAIF+Helvetica-Bold" panose="020B0704020202020204"/>
              <a:cs typeface="QFEAIF+Helvetica-Bold" panose="020B07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39007" y="1801847"/>
            <a:ext cx="1930145" cy="895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BRAFA+Helvetica" panose="020B0604020202020204"/>
                <a:cs typeface="JBRAFA+Helvetica" panose="020B0604020202020204"/>
              </a:rPr>
              <a:t>Behavior</a:t>
            </a:r>
            <a:endParaRPr sz="1800">
              <a:solidFill>
                <a:srgbClr val="000000"/>
              </a:solidFill>
              <a:latin typeface="JBRAFA+Helvetica" panose="020B0604020202020204"/>
              <a:cs typeface="JBRAFA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BRAFA+Helvetica" panose="020B0604020202020204"/>
                <a:cs typeface="JBRAFA+Helvetica" panose="020B0604020202020204"/>
              </a:rPr>
              <a:t>Communication</a:t>
            </a:r>
            <a:endParaRPr sz="1800">
              <a:solidFill>
                <a:srgbClr val="000000"/>
              </a:solidFill>
              <a:latin typeface="JBRAFA+Helvetica" panose="020B0604020202020204"/>
              <a:cs typeface="JBRAFA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57132" y="1950339"/>
            <a:ext cx="1130386" cy="59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QFEAIF+Helvetica-Bold" panose="020B0704020202020204"/>
                <a:cs typeface="QFEAIF+Helvetica-Bold" panose="020B0704020202020204"/>
              </a:rPr>
              <a:t>system</a:t>
            </a:r>
            <a:endParaRPr sz="1800" b="1">
              <a:solidFill>
                <a:srgbClr val="000000"/>
              </a:solidFill>
              <a:latin typeface="QFEAIF+Helvetica-Bold" panose="020B0704020202020204"/>
              <a:cs typeface="QFEAIF+Helvetica-Bold" panose="020B07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97362" y="2647187"/>
            <a:ext cx="1930145" cy="1192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BRAFA+Helvetica" panose="020B0604020202020204"/>
                <a:cs typeface="JBRAFA+Helvetica" panose="020B0604020202020204"/>
              </a:rPr>
              <a:t>Services</a:t>
            </a:r>
            <a:endParaRPr sz="1800">
              <a:solidFill>
                <a:srgbClr val="000000"/>
              </a:solidFill>
              <a:latin typeface="JBRAFA+Helvetica" panose="020B0604020202020204"/>
              <a:cs typeface="JBRAFA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BRAFA+Helvetica" panose="020B0604020202020204"/>
                <a:cs typeface="JBRAFA+Helvetica" panose="020B0604020202020204"/>
              </a:rPr>
              <a:t>Behavior</a:t>
            </a:r>
            <a:endParaRPr sz="1800">
              <a:solidFill>
                <a:srgbClr val="000000"/>
              </a:solidFill>
              <a:latin typeface="JBRAFA+Helvetica" panose="020B0604020202020204"/>
              <a:cs typeface="JBRAFA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BRAFA+Helvetica" panose="020B0604020202020204"/>
                <a:cs typeface="JBRAFA+Helvetica" panose="020B0604020202020204"/>
              </a:rPr>
              <a:t>Communication</a:t>
            </a:r>
            <a:endParaRPr sz="1800">
              <a:solidFill>
                <a:srgbClr val="000000"/>
              </a:solidFill>
              <a:latin typeface="JBRAFA+Helvetica" panose="020B0604020202020204"/>
              <a:cs typeface="JBRAFA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28592" y="2647179"/>
            <a:ext cx="1797925" cy="895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372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BRAFA+Helvetica" panose="020B0604020202020204"/>
                <a:cs typeface="JBRAFA+Helvetica" panose="020B0604020202020204"/>
              </a:rPr>
              <a:t>Services</a:t>
            </a:r>
            <a:endParaRPr sz="1800">
              <a:solidFill>
                <a:srgbClr val="000000"/>
              </a:solidFill>
              <a:latin typeface="JBRAFA+Helvetica" panose="020B0604020202020204"/>
              <a:cs typeface="JBRAFA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29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BRAFA+Helvetica" panose="020B0604020202020204"/>
                <a:cs typeface="JBRAFA+Helvetica" panose="020B0604020202020204"/>
              </a:rPr>
              <a:t>SuD</a:t>
            </a:r>
            <a:r>
              <a:rPr sz="1800" spc="359">
                <a:solidFill>
                  <a:srgbClr val="000000"/>
                </a:solidFill>
                <a:latin typeface="JBRAFA+Helvetica" panose="020B0604020202020204"/>
                <a:cs typeface="JBRAFA+Helvetica" panose="020B0604020202020204"/>
              </a:rPr>
              <a:t> </a:t>
            </a:r>
            <a:r>
              <a:rPr sz="1800">
                <a:solidFill>
                  <a:srgbClr val="000000"/>
                </a:solidFill>
                <a:latin typeface="JBRAFA+Helvetica" panose="020B0604020202020204"/>
                <a:cs typeface="JBRAFA+Helvetica" panose="020B0604020202020204"/>
              </a:rPr>
              <a:t>Behavior</a:t>
            </a:r>
            <a:endParaRPr sz="1800">
              <a:solidFill>
                <a:srgbClr val="000000"/>
              </a:solidFill>
              <a:latin typeface="JBRAFA+Helvetica" panose="020B0604020202020204"/>
              <a:cs typeface="JBRAFA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52182" y="2647188"/>
            <a:ext cx="1930145" cy="1192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BRAFA+Helvetica" panose="020B0604020202020204"/>
                <a:cs typeface="JBRAFA+Helvetica" panose="020B0604020202020204"/>
              </a:rPr>
              <a:t>Services</a:t>
            </a:r>
            <a:endParaRPr sz="1800">
              <a:solidFill>
                <a:srgbClr val="000000"/>
              </a:solidFill>
              <a:latin typeface="JBRAFA+Helvetica" panose="020B0604020202020204"/>
              <a:cs typeface="JBRAFA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BRAFA+Helvetica" panose="020B0604020202020204"/>
                <a:cs typeface="JBRAFA+Helvetica" panose="020B0604020202020204"/>
              </a:rPr>
              <a:t>Behavior</a:t>
            </a:r>
            <a:endParaRPr sz="1800">
              <a:solidFill>
                <a:srgbClr val="000000"/>
              </a:solidFill>
              <a:latin typeface="JBRAFA+Helvetica" panose="020B0604020202020204"/>
              <a:cs typeface="JBRAFA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BRAFA+Helvetica" panose="020B0604020202020204"/>
                <a:cs typeface="JBRAFA+Helvetica" panose="020B0604020202020204"/>
              </a:rPr>
              <a:t>Communication</a:t>
            </a:r>
            <a:endParaRPr sz="1800">
              <a:solidFill>
                <a:srgbClr val="000000"/>
              </a:solidFill>
              <a:latin typeface="JBRAFA+Helvetica" panose="020B0604020202020204"/>
              <a:cs typeface="JBRAFA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72602" y="2795693"/>
            <a:ext cx="1244510" cy="895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QFEAIF+Helvetica-Bold" panose="020B0704020202020204"/>
                <a:cs typeface="QFEAIF+Helvetica-Bold" panose="020B0704020202020204"/>
              </a:rPr>
              <a:t>External</a:t>
            </a:r>
            <a:endParaRPr sz="1800" b="1">
              <a:solidFill>
                <a:srgbClr val="000000"/>
              </a:solidFill>
              <a:latin typeface="QFEAIF+Helvetica-Bold" panose="020B0704020202020204"/>
              <a:cs typeface="QFEAIF+Helvetica-Bold" panose="020B0704020202020204"/>
            </a:endParaRPr>
          </a:p>
          <a:p>
            <a:pPr marL="14605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QFEAIF+Helvetica-Bold" panose="020B0704020202020204"/>
                <a:cs typeface="QFEAIF+Helvetica-Bold" panose="020B0704020202020204"/>
              </a:rPr>
              <a:t>entity</a:t>
            </a:r>
            <a:endParaRPr sz="1800" b="1">
              <a:solidFill>
                <a:srgbClr val="000000"/>
              </a:solidFill>
              <a:latin typeface="QFEAIF+Helvetica-Bold" panose="020B0704020202020204"/>
              <a:cs typeface="QFEAIF+Helvetica-Bold" panose="020B07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27419" y="2795693"/>
            <a:ext cx="1244510" cy="895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QFEAIF+Helvetica-Bold" panose="020B0704020202020204"/>
                <a:cs typeface="QFEAIF+Helvetica-Bold" panose="020B0704020202020204"/>
              </a:rPr>
              <a:t>External</a:t>
            </a:r>
            <a:endParaRPr sz="1800" b="1">
              <a:solidFill>
                <a:srgbClr val="000000"/>
              </a:solidFill>
              <a:latin typeface="QFEAIF+Helvetica-Bold" panose="020B0704020202020204"/>
              <a:cs typeface="QFEAIF+Helvetica-Bold" panose="020B0704020202020204"/>
            </a:endParaRPr>
          </a:p>
          <a:p>
            <a:pPr marL="14605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QFEAIF+Helvetica-Bold" panose="020B0704020202020204"/>
                <a:cs typeface="QFEAIF+Helvetica-Bold" panose="020B0704020202020204"/>
              </a:rPr>
              <a:t>entity</a:t>
            </a:r>
            <a:endParaRPr sz="1800" b="1">
              <a:solidFill>
                <a:srgbClr val="000000"/>
              </a:solidFill>
              <a:latin typeface="QFEAIF+Helvetica-Bold" panose="020B0704020202020204"/>
              <a:cs typeface="QFEAIF+Helvetica-Bold" panose="020B07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82070" y="3241202"/>
            <a:ext cx="1930145" cy="59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BRAFA+Helvetica" panose="020B0604020202020204"/>
                <a:cs typeface="JBRAFA+Helvetica" panose="020B0604020202020204"/>
              </a:rPr>
              <a:t>Communication</a:t>
            </a:r>
            <a:endParaRPr sz="1800">
              <a:solidFill>
                <a:srgbClr val="000000"/>
              </a:solidFill>
              <a:latin typeface="JBRAFA+Helvetica" panose="020B0604020202020204"/>
              <a:cs typeface="JBRAFA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25837" y="3789531"/>
            <a:ext cx="1218963" cy="59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BRAFA+Helvetica" panose="020B0604020202020204"/>
                <a:cs typeface="JBRAFA+Helvetica" panose="020B0604020202020204"/>
              </a:rPr>
              <a:t>Services</a:t>
            </a:r>
            <a:endParaRPr sz="1800">
              <a:solidFill>
                <a:srgbClr val="000000"/>
              </a:solidFill>
              <a:latin typeface="JBRAFA+Helvetica" panose="020B0604020202020204"/>
              <a:cs typeface="JBRAFA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52187" y="3789531"/>
            <a:ext cx="1218963" cy="59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BRAFA+Helvetica" panose="020B0604020202020204"/>
                <a:cs typeface="JBRAFA+Helvetica" panose="020B0604020202020204"/>
              </a:rPr>
              <a:t>Services</a:t>
            </a:r>
            <a:endParaRPr sz="1800">
              <a:solidFill>
                <a:srgbClr val="000000"/>
              </a:solidFill>
              <a:latin typeface="JBRAFA+Helvetica" panose="020B0604020202020204"/>
              <a:cs typeface="JBRAFA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77327" y="4075116"/>
            <a:ext cx="3490825" cy="906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BRAFA+Helvetica" panose="020B0604020202020204"/>
                <a:cs typeface="JBRAFA+Helvetica" panose="020B0604020202020204"/>
              </a:rPr>
              <a:t>Subsystem 1</a:t>
            </a:r>
            <a:r>
              <a:rPr sz="1800" spc="507">
                <a:solidFill>
                  <a:srgbClr val="000000"/>
                </a:solidFill>
                <a:latin typeface="JBRAFA+Helvetica" panose="020B0604020202020204"/>
                <a:cs typeface="JBRAFA+Helvetica" panose="020B0604020202020204"/>
              </a:rPr>
              <a:t> </a:t>
            </a:r>
            <a:r>
              <a:rPr sz="1800">
                <a:solidFill>
                  <a:srgbClr val="000000"/>
                </a:solidFill>
                <a:latin typeface="JBRAFA+Helvetica" panose="020B0604020202020204"/>
                <a:cs typeface="JBRAFA+Helvetica" panose="020B0604020202020204"/>
              </a:rPr>
              <a:t>Behavior</a:t>
            </a:r>
            <a:endParaRPr sz="1800">
              <a:solidFill>
                <a:srgbClr val="000000"/>
              </a:solidFill>
              <a:latin typeface="JBRAFA+Helvetica" panose="020B0604020202020204"/>
              <a:cs typeface="JBRAFA+Helvetica" panose="020B0604020202020204"/>
            </a:endParaRPr>
          </a:p>
          <a:p>
            <a:pPr marL="1448435" marR="0">
              <a:lnSpc>
                <a:spcPts val="2010"/>
              </a:lnSpc>
              <a:spcBef>
                <a:spcPts val="42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BRAFA+Helvetica" panose="020B0604020202020204"/>
                <a:cs typeface="JBRAFA+Helvetica" panose="020B0604020202020204"/>
              </a:rPr>
              <a:t>Communication</a:t>
            </a:r>
            <a:endParaRPr sz="1800">
              <a:solidFill>
                <a:srgbClr val="000000"/>
              </a:solidFill>
              <a:latin typeface="JBRAFA+Helvetica" panose="020B0604020202020204"/>
              <a:cs typeface="JBRAFA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31421" y="4075119"/>
            <a:ext cx="723950" cy="59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BRAFA+Helvetica" panose="020B0604020202020204"/>
                <a:cs typeface="JBRAFA+Helvetica" panose="020B0604020202020204"/>
              </a:rPr>
              <a:t>......</a:t>
            </a:r>
            <a:endParaRPr sz="1800">
              <a:solidFill>
                <a:srgbClr val="000000"/>
              </a:solidFill>
              <a:latin typeface="JBRAFA+Helvetica" panose="020B0604020202020204"/>
              <a:cs typeface="JBRAFA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03683" y="4075116"/>
            <a:ext cx="3490818" cy="906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BRAFA+Helvetica" panose="020B0604020202020204"/>
                <a:cs typeface="JBRAFA+Helvetica" panose="020B0604020202020204"/>
              </a:rPr>
              <a:t>Subsystem n</a:t>
            </a:r>
            <a:r>
              <a:rPr sz="1800" spc="507">
                <a:solidFill>
                  <a:srgbClr val="000000"/>
                </a:solidFill>
                <a:latin typeface="JBRAFA+Helvetica" panose="020B0604020202020204"/>
                <a:cs typeface="JBRAFA+Helvetica" panose="020B0604020202020204"/>
              </a:rPr>
              <a:t> </a:t>
            </a:r>
            <a:r>
              <a:rPr sz="1800">
                <a:solidFill>
                  <a:srgbClr val="000000"/>
                </a:solidFill>
                <a:latin typeface="JBRAFA+Helvetica" panose="020B0604020202020204"/>
                <a:cs typeface="JBRAFA+Helvetica" panose="020B0604020202020204"/>
              </a:rPr>
              <a:t>Behavior</a:t>
            </a:r>
            <a:endParaRPr sz="1800">
              <a:solidFill>
                <a:srgbClr val="000000"/>
              </a:solidFill>
              <a:latin typeface="JBRAFA+Helvetica" panose="020B0604020202020204"/>
              <a:cs typeface="JBRAFA+Helvetica" panose="020B0604020202020204"/>
            </a:endParaRPr>
          </a:p>
          <a:p>
            <a:pPr marL="1448435" marR="0">
              <a:lnSpc>
                <a:spcPts val="2010"/>
              </a:lnSpc>
              <a:spcBef>
                <a:spcPts val="42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BRAFA+Helvetica" panose="020B0604020202020204"/>
                <a:cs typeface="JBRAFA+Helvetica" panose="020B0604020202020204"/>
              </a:rPr>
              <a:t>Communication</a:t>
            </a:r>
            <a:endParaRPr sz="1800">
              <a:solidFill>
                <a:srgbClr val="000000"/>
              </a:solidFill>
              <a:latin typeface="JBRAFA+Helvetica" panose="020B0604020202020204"/>
              <a:cs typeface="JBRAFA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54580" y="5022570"/>
            <a:ext cx="7658669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KLNKI+CMSY10~25" panose="02000500000000000000"/>
                <a:cs typeface="MKLNK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0">
                <a:solidFill>
                  <a:srgbClr val="000000"/>
                </a:solidFill>
                <a:latin typeface="KNCDSN+CMR10" panose="02000500000000000000"/>
                <a:cs typeface="KNCDSN+CMR10" panose="02000500000000000000"/>
              </a:rPr>
              <a:t>To</a:t>
            </a:r>
            <a:r>
              <a:rPr sz="2050" spc="3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NCDSN+CMR10" panose="02000500000000000000"/>
                <a:cs typeface="KNCDSN+CMR10" panose="02000500000000000000"/>
              </a:rPr>
              <a:t>prepare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NCDSN+CMR10" panose="02000500000000000000"/>
                <a:cs typeface="KNCDSN+CMR10" panose="02000500000000000000"/>
              </a:rPr>
              <a:t>for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NCDSN+CMR10" panose="02000500000000000000"/>
                <a:cs typeface="KNCDSN+CMR10" panose="02000500000000000000"/>
              </a:rPr>
              <a:t>making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NCDSN+CMR10" panose="02000500000000000000"/>
                <a:cs typeface="KNCDSN+CMR10" panose="02000500000000000000"/>
              </a:rPr>
              <a:t>design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NCDSN+CMR10" panose="02000500000000000000"/>
                <a:cs typeface="KNCDSN+CMR10" panose="02000500000000000000"/>
              </a:rPr>
              <a:t>decisions,</a:t>
            </a:r>
            <a:r>
              <a:rPr sz="2050" spc="14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2">
                <a:solidFill>
                  <a:srgbClr val="000000"/>
                </a:solidFill>
                <a:latin typeface="KNCDSN+CMR10" panose="02000500000000000000"/>
                <a:cs typeface="KNCDSN+CMR10" panose="02000500000000000000"/>
              </a:rPr>
              <a:t>you</a:t>
            </a:r>
            <a:r>
              <a:rPr sz="2050" spc="2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NCDSN+CMR10" panose="02000500000000000000"/>
                <a:cs typeface="KNCDSN+CMR10" panose="02000500000000000000"/>
              </a:rPr>
              <a:t>ﬁrst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NCDSN+CMR10" panose="02000500000000000000"/>
                <a:cs typeface="KNCDSN+CMR10" panose="02000500000000000000"/>
              </a:rPr>
              <a:t>collect</a:t>
            </a:r>
            <a:endParaRPr sz="2050" spc="10">
              <a:solidFill>
                <a:srgbClr val="000000"/>
              </a:solidFill>
              <a:latin typeface="KNCDSN+CMR10" panose="02000500000000000000"/>
              <a:cs typeface="KNCDSN+CMR10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16694" y="5392903"/>
            <a:ext cx="511069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NCDSN+CMR10" panose="02000500000000000000"/>
                <a:cs typeface="KNCDSN+CMR10" panose="02000500000000000000"/>
              </a:rPr>
              <a:t>information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KNCDSN+CMR10" panose="02000500000000000000"/>
                <a:cs typeface="KNCDSN+CMR10" panose="02000500000000000000"/>
              </a:rPr>
              <a:t>about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NCDSN+CMR10" panose="02000500000000000000"/>
                <a:cs typeface="KNCDSN+CMR10" panose="02000500000000000000"/>
              </a:rPr>
              <a:t>things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NCDSN+CMR10" panose="02000500000000000000"/>
                <a:cs typeface="KNCDSN+CMR10" panose="02000500000000000000"/>
              </a:rPr>
              <a:t>given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NCDSN+CMR10" panose="02000500000000000000"/>
                <a:cs typeface="KNCDSN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0">
                <a:solidFill>
                  <a:srgbClr val="000000"/>
                </a:solidFill>
                <a:latin typeface="KNCDSN+CMR10" panose="02000500000000000000"/>
                <a:cs typeface="KNCDSN+CMR10" panose="02000500000000000000"/>
              </a:rPr>
              <a:t>you.</a:t>
            </a:r>
            <a:endParaRPr sz="2050" spc="-10">
              <a:solidFill>
                <a:srgbClr val="000000"/>
              </a:solidFill>
              <a:latin typeface="KNCDSN+CMR10" panose="02000500000000000000"/>
              <a:cs typeface="KNCDSN+CMR10" panose="0200050000000000000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54570" y="5908015"/>
            <a:ext cx="4279072" cy="14133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KLNKI+CMSY10~25" panose="02000500000000000000"/>
                <a:cs typeface="MKLNK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NCDSN+CMR10" panose="02000500000000000000"/>
                <a:cs typeface="KNCDSN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NCDSN+CMR10" panose="02000500000000000000"/>
                <a:cs typeface="KNCDSN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KNCDSN+CMR10" panose="02000500000000000000"/>
                <a:cs typeface="KNCDSN+CMR10" panose="02000500000000000000"/>
              </a:rPr>
              <a:t>modeling,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NCDSN+CMR10" panose="02000500000000000000"/>
                <a:cs typeface="KNCDSN+CMR10" panose="02000500000000000000"/>
              </a:rPr>
              <a:t>not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NCDSN+CMR10" panose="02000500000000000000"/>
                <a:cs typeface="KNCDSN+CMR10" panose="02000500000000000000"/>
              </a:rPr>
              <a:t>design.</a:t>
            </a:r>
            <a:endParaRPr sz="2050" spc="10">
              <a:solidFill>
                <a:srgbClr val="000000"/>
              </a:solidFill>
              <a:latin typeface="KNCDSN+CMR10" panose="02000500000000000000"/>
              <a:cs typeface="KNCDSN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8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KLNKI+CMSY10~25" panose="02000500000000000000"/>
                <a:cs typeface="MKLNK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NCDSN+CMR10" panose="02000500000000000000"/>
                <a:cs typeface="KNCDSN+CMR10" panose="02000500000000000000"/>
              </a:rPr>
              <a:t>Consider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NCDSN+CMR10" panose="02000500000000000000"/>
                <a:cs typeface="KNCDSN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NCDSN+CMR10" panose="02000500000000000000"/>
                <a:cs typeface="KNCDSN+CMR10" panose="02000500000000000000"/>
              </a:rPr>
              <a:t>as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NCDSN+CMR10" panose="02000500000000000000"/>
                <a:cs typeface="KNCDSN+CMR10" panose="02000500000000000000"/>
              </a:rPr>
              <a:t>black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NCDSN+CMR10" panose="02000500000000000000"/>
                <a:cs typeface="KNCDSN+CMR10" panose="02000500000000000000"/>
              </a:rPr>
              <a:t>b</a:t>
            </a:r>
            <a:r>
              <a:rPr sz="2050" spc="-4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KNCDSN+CMR10" panose="02000500000000000000"/>
                <a:cs typeface="KNCDSN+CMR10" panose="02000500000000000000"/>
              </a:rPr>
              <a:t>ox.</a:t>
            </a:r>
            <a:endParaRPr sz="2050" spc="-14">
              <a:solidFill>
                <a:srgbClr val="000000"/>
              </a:solidFill>
              <a:latin typeface="KNCDSN+CMR10" panose="02000500000000000000"/>
              <a:cs typeface="KNCDSN+CMR10" panose="0200050000000000000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CWREJQ+CMR7" panose="02000500000000000000"/>
                <a:cs typeface="CWREJQ+CMR7" panose="02000500000000000000"/>
              </a:rPr>
              <a:t>288</a:t>
            </a:r>
            <a:endParaRPr sz="1450">
              <a:solidFill>
                <a:srgbClr val="000000"/>
              </a:solidFill>
              <a:latin typeface="CWREJQ+CMR7" panose="02000500000000000000"/>
              <a:cs typeface="CWREJQ+CMR7" panose="02000500000000000000"/>
            </a:endParaRP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823257"/>
            <a:ext cx="5679839" cy="1253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5">
                <a:solidFill>
                  <a:srgbClr val="000000"/>
                </a:solidFill>
                <a:latin typeface="SQAFUH+CMBX12~c" panose="02000500000000000000"/>
                <a:cs typeface="SQAFUH+CMBX12~c" panose="02000500000000000000"/>
              </a:rPr>
              <a:t>Where</a:t>
            </a:r>
            <a:r>
              <a:rPr sz="2500" spc="3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SQAFUH+CMBX12~c" panose="02000500000000000000"/>
                <a:cs typeface="SQAFUH+CMBX12~c" panose="02000500000000000000"/>
              </a:rPr>
              <a:t>is</a:t>
            </a:r>
            <a:r>
              <a:rPr sz="2500" spc="2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5">
                <a:solidFill>
                  <a:srgbClr val="000000"/>
                </a:solidFill>
                <a:latin typeface="SQAFUH+CMBX12~c" panose="02000500000000000000"/>
                <a:cs typeface="SQAFUH+CMBX12~c" panose="02000500000000000000"/>
              </a:rPr>
              <a:t>the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SQAFUH+CMBX12~c" panose="02000500000000000000"/>
                <a:cs typeface="SQAFUH+CMBX12~c" panose="02000500000000000000"/>
              </a:rPr>
              <a:t>system</a:t>
            </a:r>
            <a:r>
              <a:rPr sz="2500" spc="2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SQAFUH+CMBX12~c" panose="02000500000000000000"/>
                <a:cs typeface="SQAFUH+CMBX12~c" panose="02000500000000000000"/>
              </a:rPr>
              <a:t>boundary?</a:t>
            </a:r>
            <a:endParaRPr sz="2500">
              <a:solidFill>
                <a:srgbClr val="000000"/>
              </a:solidFill>
              <a:latin typeface="SQAFUH+CMBX12~c" panose="02000500000000000000"/>
              <a:cs typeface="SQAFUH+CMBX12~c" panose="02000500000000000000"/>
            </a:endParaRPr>
          </a:p>
          <a:p>
            <a:pPr marL="121920" marR="0">
              <a:lnSpc>
                <a:spcPts val="261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LPOFT+CMSY10~25" panose="02000500000000000000"/>
                <a:cs typeface="ELPOFT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ELPOFT+CMSY10~25" panose="02000500000000000000"/>
              <a:cs typeface="ELPOFT+CMSY10~25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6709" y="3323310"/>
            <a:ext cx="5795609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CCIMJ+CMR10" panose="02000500000000000000"/>
                <a:cs typeface="FCCIMJ+CMR10" panose="02000500000000000000"/>
              </a:rPr>
              <a:t>Use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CCIMJ+CMR10" panose="02000500000000000000"/>
                <a:cs typeface="FCCIMJ+CMR10" panose="02000500000000000000"/>
              </a:rPr>
              <a:t>function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CCIMJ+CMR10" panose="02000500000000000000"/>
                <a:cs typeface="FCCIMJ+CMR10" panose="02000500000000000000"/>
              </a:rPr>
              <a:t>reﬁnement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CCIMJ+CMR10" panose="02000500000000000000"/>
                <a:cs typeface="FCCIMJ+CMR10" panose="02000500000000000000"/>
              </a:rPr>
              <a:t>tree.</a:t>
            </a:r>
            <a:r>
              <a:rPr sz="2050" spc="3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CCIMJ+CMR10" panose="02000500000000000000"/>
                <a:cs typeface="FCCIMJ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CCIMJ+CMR10" panose="02000500000000000000"/>
                <a:cs typeface="FCCIMJ+CMR10" panose="02000500000000000000"/>
              </a:rPr>
              <a:t>is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CCIMJ+CMR10" panose="02000500000000000000"/>
                <a:cs typeface="FCCIMJ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CCIMJ+CMR10" panose="02000500000000000000"/>
                <a:cs typeface="FCCIMJ+CMR10" panose="02000500000000000000"/>
              </a:rPr>
              <a:t>fully</a:t>
            </a:r>
            <a:endParaRPr sz="2050">
              <a:solidFill>
                <a:srgbClr val="000000"/>
              </a:solidFill>
              <a:latin typeface="FCCIMJ+CMR10" panose="02000500000000000000"/>
              <a:cs typeface="FCCIMJ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714" y="3695167"/>
            <a:ext cx="806644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CCIMJ+CMR10" panose="02000500000000000000"/>
                <a:cs typeface="FCCIMJ+CMR10" panose="02000500000000000000"/>
              </a:rPr>
              <a:t>implementation-independent</a:t>
            </a:r>
            <a:r>
              <a:rPr sz="2050" spc="1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CCIMJ+CMR10" panose="02000500000000000000"/>
                <a:cs typeface="FCCIMJ+CMR10" panose="02000500000000000000"/>
              </a:rPr>
              <a:t>description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CCIMJ+CMR10" panose="02000500000000000000"/>
                <a:cs typeface="FCCIMJ+CMR10" panose="02000500000000000000"/>
              </a:rPr>
              <a:t>of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CCIMJ+CMR10" panose="02000500000000000000"/>
                <a:cs typeface="FCCIMJ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CCIMJ+CMR10" panose="02000500000000000000"/>
                <a:cs typeface="FCCIMJ+CMR10" panose="02000500000000000000"/>
              </a:rPr>
              <a:t>b</a:t>
            </a:r>
            <a:r>
              <a:rPr sz="2050" spc="-4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3">
                <a:solidFill>
                  <a:srgbClr val="000000"/>
                </a:solidFill>
                <a:latin typeface="FCCIMJ+CMR10" panose="02000500000000000000"/>
                <a:cs typeface="FCCIMJ+CMR10" panose="02000500000000000000"/>
              </a:rPr>
              <a:t>oundary.</a:t>
            </a:r>
            <a:endParaRPr sz="2050" spc="-13">
              <a:solidFill>
                <a:srgbClr val="000000"/>
              </a:solidFill>
              <a:latin typeface="FCCIMJ+CMR10" panose="02000500000000000000"/>
              <a:cs typeface="FCCIMJ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6202" y="4078309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LPOFT+CMSY10~25" panose="02000500000000000000"/>
                <a:cs typeface="ELPOFT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ELPOFT+CMSY10~25" panose="02000500000000000000"/>
              <a:cs typeface="ELPOFT+CMSY10~25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723" y="4213329"/>
            <a:ext cx="838543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CCIMJ+CMR10" panose="02000500000000000000"/>
                <a:cs typeface="FCCIMJ+CMR10" panose="02000500000000000000"/>
              </a:rPr>
              <a:t>Use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CCIMJ+CMR10" panose="02000500000000000000"/>
                <a:cs typeface="FCCIMJ+CMR10" panose="02000500000000000000"/>
              </a:rPr>
              <a:t>list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CCIMJ+CMR10" panose="02000500000000000000"/>
                <a:cs typeface="FCCIMJ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CCIMJ+CMR10" panose="02000500000000000000"/>
                <a:cs typeface="FCCIMJ+CMR10" panose="02000500000000000000"/>
              </a:rPr>
              <a:t>stimuli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CCIMJ+CMR10" panose="02000500000000000000"/>
                <a:cs typeface="FCCIMJ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6">
                <a:solidFill>
                  <a:srgbClr val="000000"/>
                </a:solidFill>
                <a:latin typeface="FCCIMJ+CMR10" panose="02000500000000000000"/>
                <a:cs typeface="FCCIMJ+CMR10" panose="02000500000000000000"/>
              </a:rPr>
              <a:t>responses.</a:t>
            </a:r>
            <a:r>
              <a:rPr sz="2050" spc="3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CCIMJ+CMR10" panose="02000500000000000000"/>
                <a:cs typeface="FCCIMJ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CCIMJ+CMR10" panose="02000500000000000000"/>
                <a:cs typeface="FCCIMJ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CCIMJ+CMR10" panose="02000500000000000000"/>
                <a:cs typeface="FCCIMJ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CCIMJ+CMR10" panose="02000500000000000000"/>
                <a:cs typeface="FCCIMJ+CMR10" panose="02000500000000000000"/>
              </a:rPr>
              <a:t>behavior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CCIMJ+CMR10" panose="02000500000000000000"/>
                <a:cs typeface="FCCIMJ+CMR10" panose="02000500000000000000"/>
              </a:rPr>
              <a:t>description</a:t>
            </a:r>
            <a:endParaRPr sz="2050">
              <a:solidFill>
                <a:srgbClr val="000000"/>
              </a:solidFill>
              <a:latin typeface="FCCIMJ+CMR10" panose="02000500000000000000"/>
              <a:cs typeface="FCCIMJ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6709" y="4585185"/>
            <a:ext cx="318128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CCIMJ+CMR10" panose="02000500000000000000"/>
                <a:cs typeface="FCCIMJ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FCCIMJ+CMR10" panose="02000500000000000000"/>
                <a:cs typeface="FCCIMJ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CCIMJ+CMR10" panose="02000500000000000000"/>
                <a:cs typeface="FCCIMJ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CCIMJ+CMR10" panose="02000500000000000000"/>
                <a:cs typeface="FCCIMJ+CMR10" panose="02000500000000000000"/>
              </a:rPr>
              <a:t>b</a:t>
            </a:r>
            <a:r>
              <a:rPr sz="2050" spc="-4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3">
                <a:solidFill>
                  <a:srgbClr val="000000"/>
                </a:solidFill>
                <a:latin typeface="FCCIMJ+CMR10" panose="02000500000000000000"/>
                <a:cs typeface="FCCIMJ+CMR10" panose="02000500000000000000"/>
              </a:rPr>
              <a:t>oundary.</a:t>
            </a:r>
            <a:endParaRPr sz="2050" spc="-13">
              <a:solidFill>
                <a:srgbClr val="000000"/>
              </a:solidFill>
              <a:latin typeface="FCCIMJ+CMR10" panose="02000500000000000000"/>
              <a:cs typeface="FCCIMJ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DPHLRU+CMR7" panose="02000500000000000000"/>
                <a:cs typeface="DPHLRU+CMR7" panose="02000500000000000000"/>
              </a:rPr>
              <a:t>289</a:t>
            </a:r>
            <a:endParaRPr sz="1450">
              <a:solidFill>
                <a:srgbClr val="000000"/>
              </a:solidFill>
              <a:latin typeface="DPHLRU+CMR7" panose="02000500000000000000"/>
              <a:cs typeface="DPHLRU+CMR7" panose="02000500000000000000"/>
            </a:endParaRP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83789"/>
            <a:ext cx="7097907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43">
                <a:solidFill>
                  <a:srgbClr val="000000"/>
                </a:solidFill>
                <a:latin typeface="MMTOAD+CMBX12~c" panose="02000500000000000000"/>
                <a:cs typeface="MMTOAD+CMBX12~c" panose="02000500000000000000"/>
              </a:rPr>
              <a:t>Tradeoﬀ</a:t>
            </a:r>
            <a:r>
              <a:rPr sz="2500" spc="3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4">
                <a:solidFill>
                  <a:srgbClr val="000000"/>
                </a:solidFill>
                <a:latin typeface="MMTOAD+CMBX12~c" panose="02000500000000000000"/>
                <a:cs typeface="MMTOAD+CMBX12~c" panose="02000500000000000000"/>
              </a:rPr>
              <a:t>between</a:t>
            </a:r>
            <a:r>
              <a:rPr sz="2500" spc="32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6">
                <a:solidFill>
                  <a:srgbClr val="000000"/>
                </a:solidFill>
                <a:latin typeface="MMTOAD+CMBX12~c" panose="02000500000000000000"/>
                <a:cs typeface="MMTOAD+CMBX12~c" panose="02000500000000000000"/>
              </a:rPr>
              <a:t>environment</a:t>
            </a:r>
            <a:r>
              <a:rPr sz="2500" spc="2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MMTOAD+CMBX12~c" panose="02000500000000000000"/>
                <a:cs typeface="MMTOAD+CMBX12~c" panose="02000500000000000000"/>
              </a:rPr>
              <a:t>and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5">
                <a:solidFill>
                  <a:srgbClr val="000000"/>
                </a:solidFill>
                <a:latin typeface="MMTOAD+CMBX12~c" panose="02000500000000000000"/>
                <a:cs typeface="MMTOAD+CMBX12~c" panose="02000500000000000000"/>
              </a:rPr>
              <a:t>SuD</a:t>
            </a:r>
            <a:endParaRPr sz="2500" spc="-15">
              <a:solidFill>
                <a:srgbClr val="000000"/>
              </a:solidFill>
              <a:latin typeface="MMTOAD+CMBX12~c" panose="02000500000000000000"/>
              <a:cs typeface="MMTOAD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1441169"/>
            <a:ext cx="6776852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HFMTJ+CMSY10~25" panose="02000500000000000000"/>
                <a:cs typeface="PHFMT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TTSNE+CMR10" panose="02000500000000000000"/>
                <a:cs typeface="FTTSNE+CMR10" panose="02000500000000000000"/>
              </a:rPr>
              <a:t>System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TTSNE+CMR10" panose="02000500000000000000"/>
                <a:cs typeface="FTTSNE+CMR10" panose="02000500000000000000"/>
              </a:rPr>
              <a:t>engineering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TTSNE+CMR10" panose="02000500000000000000"/>
                <a:cs typeface="FTTSNE+CMR10" panose="02000500000000000000"/>
              </a:rPr>
              <a:t>argument:</a:t>
            </a:r>
            <a:r>
              <a:rPr sz="2050" spc="4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QLFVN+CMMI10" panose="02000500000000000000"/>
                <a:cs typeface="LQLFVN+CMMI10" panose="02000500000000000000"/>
              </a:rPr>
              <a:t>A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TTSNE+CMR10" panose="02000500000000000000"/>
                <a:cs typeface="FTTSNE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QLFVN+CMMI10" panose="02000500000000000000"/>
                <a:cs typeface="LQLFVN+CMMI10" panose="02000500000000000000"/>
              </a:rPr>
              <a:t>S</a:t>
            </a:r>
            <a:r>
              <a:rPr sz="205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TTSNE+CMR10" panose="02000500000000000000"/>
                <a:cs typeface="FTTSNE+CMR10" panose="02000500000000000000"/>
              </a:rPr>
              <a:t>entail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0">
                <a:solidFill>
                  <a:srgbClr val="000000"/>
                </a:solidFill>
                <a:latin typeface="LQLFVN+CMMI10" panose="02000500000000000000"/>
                <a:cs typeface="LQLFVN+CMMI10" panose="02000500000000000000"/>
              </a:rPr>
              <a:t>E</a:t>
            </a:r>
            <a:r>
              <a:rPr sz="2050">
                <a:solidFill>
                  <a:srgbClr val="000000"/>
                </a:solidFill>
                <a:latin typeface="FTTSNE+CMR10" panose="02000500000000000000"/>
                <a:cs typeface="FTTSNE+CMR10" panose="02000500000000000000"/>
              </a:rPr>
              <a:t>.</a:t>
            </a:r>
            <a:endParaRPr sz="2050">
              <a:solidFill>
                <a:srgbClr val="000000"/>
              </a:solidFill>
              <a:latin typeface="FTTSNE+CMR10" panose="02000500000000000000"/>
              <a:cs typeface="FTTSNE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72" y="1915133"/>
            <a:ext cx="7830917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HFMTJ+CMSY10~25" panose="02000500000000000000"/>
                <a:cs typeface="PHFMT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TTSNE+CMR10" panose="02000500000000000000"/>
                <a:cs typeface="FTTSNE+CMR10" panose="02000500000000000000"/>
              </a:rPr>
              <a:t>Responsibility</a:t>
            </a:r>
            <a:r>
              <a:rPr sz="2050" spc="1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TTSNE+CMR10" panose="02000500000000000000"/>
                <a:cs typeface="FTTSNE+CMR10" panose="02000500000000000000"/>
              </a:rPr>
              <a:t>for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TTSNE+CMR10" panose="02000500000000000000"/>
                <a:cs typeface="FTTSNE+CMR10" panose="02000500000000000000"/>
              </a:rPr>
              <a:t>emergent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FTTSNE+CMR10" panose="02000500000000000000"/>
                <a:cs typeface="FTTSNE+CMR10" panose="02000500000000000000"/>
              </a:rPr>
              <a:t>properties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TTSNE+CMR10" panose="02000500000000000000"/>
                <a:cs typeface="FTTSNE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TTSNE+CMR10" panose="02000500000000000000"/>
                <a:cs typeface="FTTSNE+CMR10" panose="02000500000000000000"/>
              </a:rPr>
              <a:t>distributed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FTTSNE+CMR10" panose="02000500000000000000"/>
                <a:cs typeface="FTTSNE+CMR10" panose="02000500000000000000"/>
              </a:rPr>
              <a:t>over</a:t>
            </a:r>
            <a:endParaRPr sz="2050" spc="-30">
              <a:solidFill>
                <a:srgbClr val="000000"/>
              </a:solidFill>
              <a:latin typeface="FTTSNE+CMR10" panose="02000500000000000000"/>
              <a:cs typeface="FTTSNE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705" y="2276321"/>
            <a:ext cx="440417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TTSNE+CMR10" panose="02000500000000000000"/>
                <a:cs typeface="FTTSNE+CMR10" panose="02000500000000000000"/>
              </a:rPr>
              <a:t>environment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TTSNE+CMR10" panose="02000500000000000000"/>
                <a:cs typeface="FTTSNE+CMR10" panose="02000500000000000000"/>
              </a:rPr>
              <a:t>(</a:t>
            </a:r>
            <a:r>
              <a:rPr sz="2050" spc="10">
                <a:solidFill>
                  <a:srgbClr val="000000"/>
                </a:solidFill>
                <a:latin typeface="LQLFVN+CMMI10" panose="02000500000000000000"/>
                <a:cs typeface="LQLFVN+CMMI10" panose="02000500000000000000"/>
              </a:rPr>
              <a:t>A</a:t>
            </a:r>
            <a:r>
              <a:rPr sz="2050">
                <a:solidFill>
                  <a:srgbClr val="000000"/>
                </a:solidFill>
                <a:latin typeface="FTTSNE+CMR10" panose="02000500000000000000"/>
                <a:cs typeface="FTTSNE+CMR10" panose="02000500000000000000"/>
              </a:rPr>
              <a:t>)</a:t>
            </a:r>
            <a:r>
              <a:rPr sz="2050" spc="1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FTTSNE+CMR10" panose="02000500000000000000"/>
                <a:cs typeface="FTTSNE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TTSNE+CMR10" panose="02000500000000000000"/>
                <a:cs typeface="FTTSNE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FTTSNE+CMR10" panose="02000500000000000000"/>
                <a:cs typeface="FTTSNE+CMR10" panose="02000500000000000000"/>
              </a:rPr>
              <a:t>(</a:t>
            </a:r>
            <a:r>
              <a:rPr sz="2050" spc="134">
                <a:solidFill>
                  <a:srgbClr val="000000"/>
                </a:solidFill>
                <a:latin typeface="LQLFVN+CMMI10" panose="02000500000000000000"/>
                <a:cs typeface="LQLFVN+CMMI10" panose="02000500000000000000"/>
              </a:rPr>
              <a:t>S</a:t>
            </a:r>
            <a:r>
              <a:rPr sz="2050">
                <a:solidFill>
                  <a:srgbClr val="000000"/>
                </a:solidFill>
                <a:latin typeface="FTTSNE+CMR10" panose="02000500000000000000"/>
                <a:cs typeface="FTTSNE+CMR10" panose="02000500000000000000"/>
              </a:rPr>
              <a:t>).</a:t>
            </a:r>
            <a:endParaRPr sz="2050">
              <a:solidFill>
                <a:srgbClr val="000000"/>
              </a:solidFill>
              <a:latin typeface="FTTSNE+CMR10" panose="02000500000000000000"/>
              <a:cs typeface="FTTSNE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53569" y="2925333"/>
            <a:ext cx="2182914" cy="598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AQMGF+Helvetica" panose="020B0604020202020204"/>
                <a:cs typeface="JAQMGF+Helvetica" panose="020B0604020202020204"/>
              </a:rPr>
              <a:t>Elevator controller</a:t>
            </a:r>
            <a:endParaRPr sz="1800">
              <a:solidFill>
                <a:srgbClr val="000000"/>
              </a:solidFill>
              <a:latin typeface="JAQMGF+Helvetica" panose="020B0604020202020204"/>
              <a:cs typeface="JAQMGF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66236" y="3359190"/>
            <a:ext cx="2157568" cy="894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3215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AQMGF+Helvetica" panose="020B0604020202020204"/>
                <a:cs typeface="JAQMGF+Helvetica" panose="020B0604020202020204"/>
              </a:rPr>
              <a:t>Rest of the</a:t>
            </a:r>
            <a:endParaRPr sz="1800">
              <a:solidFill>
                <a:srgbClr val="000000"/>
              </a:solidFill>
              <a:latin typeface="JAQMGF+Helvetica" panose="020B0604020202020204"/>
              <a:cs typeface="JAQMGF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AQMGF+Helvetica" panose="020B0604020202020204"/>
                <a:cs typeface="JAQMGF+Helvetica" panose="020B0604020202020204"/>
              </a:rPr>
              <a:t>elevator controller</a:t>
            </a:r>
            <a:endParaRPr sz="1800">
              <a:solidFill>
                <a:srgbClr val="000000"/>
              </a:solidFill>
              <a:latin typeface="JAQMGF+Helvetica" panose="020B0604020202020204"/>
              <a:cs typeface="JAQMGF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30941" y="4386747"/>
            <a:ext cx="1028272" cy="894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AQMGF+Helvetica" panose="020B0604020202020204"/>
                <a:cs typeface="JAQMGF+Helvetica" panose="020B0604020202020204"/>
              </a:rPr>
              <a:t>Door</a:t>
            </a:r>
            <a:endParaRPr sz="1800">
              <a:solidFill>
                <a:srgbClr val="000000"/>
              </a:solidFill>
              <a:latin typeface="JAQMGF+Helvetica" panose="020B0604020202020204"/>
              <a:cs typeface="JAQMGF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AQMGF+Helvetica" panose="020B0604020202020204"/>
                <a:cs typeface="JAQMGF+Helvetica" panose="020B0604020202020204"/>
              </a:rPr>
              <a:t>control</a:t>
            </a:r>
            <a:endParaRPr sz="1800">
              <a:solidFill>
                <a:srgbClr val="000000"/>
              </a:solidFill>
              <a:latin typeface="JAQMGF+Helvetica" panose="020B0604020202020204"/>
              <a:cs typeface="JAQMGF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59033" y="4500920"/>
            <a:ext cx="1282039" cy="894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AQMGF+Helvetica" panose="020B0604020202020204"/>
                <a:cs typeface="JAQMGF+Helvetica" panose="020B0604020202020204"/>
              </a:rPr>
              <a:t>Elevator</a:t>
            </a:r>
            <a:endParaRPr sz="1800">
              <a:solidFill>
                <a:srgbClr val="000000"/>
              </a:solidFill>
              <a:latin typeface="JAQMGF+Helvetica" panose="020B0604020202020204"/>
              <a:cs typeface="JAQMGF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AQMGF+Helvetica" panose="020B0604020202020204"/>
                <a:cs typeface="JAQMGF+Helvetica" panose="020B0604020202020204"/>
              </a:rPr>
              <a:t>controller</a:t>
            </a:r>
            <a:endParaRPr sz="1800">
              <a:solidFill>
                <a:srgbClr val="000000"/>
              </a:solidFill>
              <a:latin typeface="JAQMGF+Helvetica" panose="020B0604020202020204"/>
              <a:cs typeface="JAQMGF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67611" y="5551312"/>
            <a:ext cx="1066404" cy="598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AQMGF+Helvetica" panose="020B0604020202020204"/>
                <a:cs typeface="JAQMGF+Helvetica" panose="020B0604020202020204"/>
              </a:rPr>
              <a:t>Sensor</a:t>
            </a:r>
            <a:endParaRPr sz="1800">
              <a:solidFill>
                <a:srgbClr val="000000"/>
              </a:solidFill>
              <a:latin typeface="JAQMGF+Helvetica" panose="020B0604020202020204"/>
              <a:cs typeface="JAQMGF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02546" y="5551312"/>
            <a:ext cx="1193288" cy="598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AQMGF+Helvetica" panose="020B0604020202020204"/>
                <a:cs typeface="JAQMGF+Helvetica" panose="020B0604020202020204"/>
              </a:rPr>
              <a:t>Actuator</a:t>
            </a:r>
            <a:endParaRPr sz="1800">
              <a:solidFill>
                <a:srgbClr val="000000"/>
              </a:solidFill>
              <a:latin typeface="JAQMGF+Helvetica" panose="020B0604020202020204"/>
              <a:cs typeface="JAQMGF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12663" y="5551312"/>
            <a:ext cx="1066404" cy="598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AQMGF+Helvetica" panose="020B0604020202020204"/>
                <a:cs typeface="JAQMGF+Helvetica" panose="020B0604020202020204"/>
              </a:rPr>
              <a:t>Sensor</a:t>
            </a:r>
            <a:endParaRPr sz="1800">
              <a:solidFill>
                <a:srgbClr val="000000"/>
              </a:solidFill>
              <a:latin typeface="JAQMGF+Helvetica" panose="020B0604020202020204"/>
              <a:cs typeface="JAQMGF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47598" y="5551312"/>
            <a:ext cx="1193288" cy="598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AQMGF+Helvetica" panose="020B0604020202020204"/>
                <a:cs typeface="JAQMGF+Helvetica" panose="020B0604020202020204"/>
              </a:rPr>
              <a:t>Actuator</a:t>
            </a:r>
            <a:endParaRPr sz="1800">
              <a:solidFill>
                <a:srgbClr val="000000"/>
              </a:solidFill>
              <a:latin typeface="JAQMGF+Helvetica" panose="020B0604020202020204"/>
              <a:cs typeface="JAQMGF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39860" y="6099342"/>
            <a:ext cx="1320394" cy="894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AQMGF+Helvetica" panose="020B0604020202020204"/>
                <a:cs typeface="JAQMGF+Helvetica" panose="020B0604020202020204"/>
              </a:rPr>
              <a:t>Intelligent</a:t>
            </a:r>
            <a:endParaRPr sz="1800">
              <a:solidFill>
                <a:srgbClr val="000000"/>
              </a:solidFill>
              <a:latin typeface="JAQMGF+Helvetica" panose="020B0604020202020204"/>
              <a:cs typeface="JAQMGF+Helvetica" panose="020B0604020202020204"/>
            </a:endParaRPr>
          </a:p>
          <a:p>
            <a:pPr marL="26035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AQMGF+Helvetica" panose="020B0604020202020204"/>
                <a:cs typeface="JAQMGF+Helvetica" panose="020B0604020202020204"/>
              </a:rPr>
              <a:t>door</a:t>
            </a:r>
            <a:endParaRPr sz="1800">
              <a:solidFill>
                <a:srgbClr val="000000"/>
              </a:solidFill>
              <a:latin typeface="JAQMGF+Helvetica" panose="020B0604020202020204"/>
              <a:cs typeface="JAQMGF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69075" y="6099343"/>
            <a:ext cx="952008" cy="894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AQMGF+Helvetica" panose="020B0604020202020204"/>
                <a:cs typeface="JAQMGF+Helvetica" panose="020B0604020202020204"/>
              </a:rPr>
              <a:t>Dumb</a:t>
            </a:r>
            <a:endParaRPr sz="1800">
              <a:solidFill>
                <a:srgbClr val="000000"/>
              </a:solidFill>
              <a:latin typeface="JAQMGF+Helvetica" panose="020B0604020202020204"/>
              <a:cs typeface="JAQMGF+Helvetica" panose="020B0604020202020204"/>
            </a:endParaRPr>
          </a:p>
          <a:p>
            <a:pPr marL="7620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JAQMGF+Helvetica" panose="020B0604020202020204"/>
                <a:cs typeface="JAQMGF+Helvetica" panose="020B0604020202020204"/>
              </a:rPr>
              <a:t>door</a:t>
            </a:r>
            <a:endParaRPr sz="1800">
              <a:solidFill>
                <a:srgbClr val="000000"/>
              </a:solidFill>
              <a:latin typeface="JAQMGF+Helvetica" panose="020B0604020202020204"/>
              <a:cs typeface="JAQMGF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JBDDGW+CMR7" panose="02000500000000000000"/>
                <a:cs typeface="JBDDGW+CMR7" panose="02000500000000000000"/>
              </a:rPr>
              <a:t>290</a:t>
            </a:r>
            <a:endParaRPr sz="1450">
              <a:solidFill>
                <a:srgbClr val="000000"/>
              </a:solidFill>
              <a:latin typeface="JBDDGW+CMR7" panose="02000500000000000000"/>
              <a:cs typeface="JBDDGW+CMR7" panose="02000500000000000000"/>
            </a:endParaRP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930193"/>
            <a:ext cx="3093496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25">
                <a:solidFill>
                  <a:srgbClr val="000000"/>
                </a:solidFill>
                <a:latin typeface="PJLEEI+CMBX12~c" panose="02000500000000000000"/>
                <a:cs typeface="PJLEEI+CMBX12~c" panose="02000500000000000000"/>
              </a:rPr>
              <a:t>Context</a:t>
            </a:r>
            <a:r>
              <a:rPr sz="2500" spc="3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PJLEEI+CMBX12~c" panose="02000500000000000000"/>
                <a:cs typeface="PJLEEI+CMBX12~c" panose="02000500000000000000"/>
              </a:rPr>
              <a:t>diagram</a:t>
            </a:r>
            <a:endParaRPr sz="2500" spc="-10">
              <a:solidFill>
                <a:srgbClr val="000000"/>
              </a:solidFill>
              <a:latin typeface="PJLEEI+CMBX12~c" panose="02000500000000000000"/>
              <a:cs typeface="PJLEEI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5" y="2396717"/>
            <a:ext cx="8077250" cy="1082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Represents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communication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among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relevant</a:t>
            </a:r>
            <a:r>
              <a:rPr sz="20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entities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the</a:t>
            </a:r>
            <a:endParaRPr sz="2050" spc="11">
              <a:solidFill>
                <a:srgbClr val="000000"/>
              </a:solidFill>
              <a:latin typeface="KVGLLT+CMR10" panose="02000500000000000000"/>
              <a:cs typeface="KVGLLT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environment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and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SuD.</a:t>
            </a:r>
            <a:endParaRPr sz="2050" spc="15">
              <a:solidFill>
                <a:srgbClr val="000000"/>
              </a:solidFill>
              <a:latin typeface="KVGLLT+CMR10" panose="02000500000000000000"/>
              <a:cs typeface="KVGLLT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6184" y="3151714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QMERPP+CMSY10~25" panose="02000500000000000000"/>
                <a:cs typeface="QMERPP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QMERPP+CMSY10~25" panose="02000500000000000000"/>
              <a:cs typeface="QMERPP+CMSY10~25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705" y="3286734"/>
            <a:ext cx="272712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External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entities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are</a:t>
            </a:r>
            <a:endParaRPr sz="2050">
              <a:solidFill>
                <a:srgbClr val="000000"/>
              </a:solidFill>
              <a:latin typeface="KVGLLT+CMR10" panose="02000500000000000000"/>
              <a:cs typeface="KVGLLT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700" y="3731742"/>
            <a:ext cx="7696255" cy="16004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—</a:t>
            </a:r>
            <a:r>
              <a:rPr sz="2050" spc="5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Physical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entities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(people,</a:t>
            </a:r>
            <a:r>
              <a:rPr sz="2050" spc="1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devices,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natural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objects),</a:t>
            </a:r>
            <a:endParaRPr sz="2050" spc="25">
              <a:solidFill>
                <a:srgbClr val="000000"/>
              </a:solidFill>
              <a:latin typeface="KVGLLT+CMR10" panose="02000500000000000000"/>
              <a:cs typeface="KVGLLT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98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—</a:t>
            </a:r>
            <a:r>
              <a:rPr sz="2050" spc="5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Conceptual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entities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(organizations,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obligations,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rights),</a:t>
            </a:r>
            <a:endParaRPr sz="2050">
              <a:solidFill>
                <a:srgbClr val="000000"/>
              </a:solidFill>
              <a:latin typeface="KVGLLT+CMR10" panose="02000500000000000000"/>
              <a:cs typeface="KVGLLT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98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—</a:t>
            </a:r>
            <a:r>
              <a:rPr sz="2050" spc="5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Lexical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entities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(software,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contracts,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speciﬁcations).</a:t>
            </a:r>
            <a:endParaRPr sz="2050" spc="14">
              <a:solidFill>
                <a:srgbClr val="000000"/>
              </a:solidFill>
              <a:latin typeface="KVGLLT+CMR10" panose="02000500000000000000"/>
              <a:cs typeface="KVGLLT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4251" y="5139922"/>
            <a:ext cx="8868632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A</a:t>
            </a:r>
            <a:r>
              <a:rPr sz="20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context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diagram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must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give</a:t>
            </a:r>
            <a:r>
              <a:rPr sz="20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overview;</a:t>
            </a:r>
            <a:r>
              <a:rPr sz="20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it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should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link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clearly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the</a:t>
            </a:r>
            <a:endParaRPr sz="2050" spc="11">
              <a:solidFill>
                <a:srgbClr val="000000"/>
              </a:solidFill>
              <a:latin typeface="KVGLLT+CMR10" panose="02000500000000000000"/>
              <a:cs typeface="KVGLLT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9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purpose</a:t>
            </a:r>
            <a:r>
              <a:rPr sz="20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VGLLT+CMR10" panose="02000500000000000000"/>
                <a:cs typeface="KVGLLT+CMR10" panose="02000500000000000000"/>
              </a:rPr>
              <a:t>system.</a:t>
            </a:r>
            <a:endParaRPr sz="2050">
              <a:solidFill>
                <a:srgbClr val="000000"/>
              </a:solidFill>
              <a:latin typeface="KVGLLT+CMR10" panose="02000500000000000000"/>
              <a:cs typeface="KVGLLT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FBUDRW+CMR7" panose="02000500000000000000"/>
                <a:cs typeface="FBUDRW+CMR7" panose="02000500000000000000"/>
              </a:rPr>
              <a:t>291</a:t>
            </a:r>
            <a:endParaRPr sz="1450">
              <a:solidFill>
                <a:srgbClr val="000000"/>
              </a:solidFill>
              <a:latin typeface="FBUDRW+CMR7" panose="02000500000000000000"/>
              <a:cs typeface="FBUDRW+CMR7" panose="02000500000000000000"/>
            </a:endParaRP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059733"/>
            <a:ext cx="5134045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48">
                <a:solidFill>
                  <a:srgbClr val="000000"/>
                </a:solidFill>
                <a:latin typeface="HABHJO+CMBX12~c" panose="02000500000000000000"/>
                <a:cs typeface="HABHJO+CMBX12~c" panose="02000500000000000000"/>
              </a:rPr>
              <a:t>Teaching</a:t>
            </a:r>
            <a:r>
              <a:rPr sz="2500" spc="33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HABHJO+CMBX12~c" panose="02000500000000000000"/>
                <a:cs typeface="HABHJO+CMBX12~c" panose="02000500000000000000"/>
              </a:rPr>
              <a:t>information</a:t>
            </a:r>
            <a:r>
              <a:rPr sz="2500" spc="2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HABHJO+CMBX12~c" panose="02000500000000000000"/>
                <a:cs typeface="HABHJO+CMBX12~c" panose="02000500000000000000"/>
              </a:rPr>
              <a:t>system</a:t>
            </a:r>
            <a:endParaRPr sz="2500">
              <a:solidFill>
                <a:srgbClr val="000000"/>
              </a:solidFill>
              <a:latin typeface="HABHJO+CMBX12~c" panose="02000500000000000000"/>
              <a:cs typeface="HABHJO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9480" y="2668995"/>
            <a:ext cx="3598011" cy="6674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44065" marR="0">
              <a:lnSpc>
                <a:spcPts val="179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TQTQAC+Helvetica" panose="020B0604020202020204"/>
                <a:cs typeface="TQTQAC+Helvetica" panose="020B0604020202020204"/>
              </a:rPr>
              <a:t>Registration</a:t>
            </a:r>
            <a:endParaRPr sz="1600">
              <a:solidFill>
                <a:srgbClr val="000000"/>
              </a:solidFill>
              <a:latin typeface="TQTQAC+Helvetica" panose="020B0604020202020204"/>
              <a:cs typeface="TQTQAC+Helvetica" panose="020B0604020202020204"/>
            </a:endParaRPr>
          </a:p>
          <a:p>
            <a:pPr marL="0" marR="0">
              <a:lnSpc>
                <a:spcPts val="1065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TQTQAC+Helvetica" panose="020B0604020202020204"/>
                <a:cs typeface="TQTQAC+Helvetica" panose="020B0604020202020204"/>
              </a:rPr>
              <a:t>Joiners</a:t>
            </a:r>
            <a:endParaRPr sz="1600">
              <a:solidFill>
                <a:srgbClr val="000000"/>
              </a:solidFill>
              <a:latin typeface="TQTQAC+Helvetica" panose="020B0604020202020204"/>
              <a:cs typeface="TQTQAC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42308" y="2962637"/>
            <a:ext cx="1671965" cy="5319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9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TQTQAC+Helvetica" panose="020B0604020202020204"/>
                <a:cs typeface="TQTQAC+Helvetica" panose="020B0604020202020204"/>
              </a:rPr>
              <a:t>desk employee</a:t>
            </a:r>
            <a:endParaRPr sz="1600">
              <a:solidFill>
                <a:srgbClr val="000000"/>
              </a:solidFill>
              <a:latin typeface="TQTQAC+Helvetica" panose="020B0604020202020204"/>
              <a:cs typeface="TQTQAC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09470" y="3527337"/>
            <a:ext cx="3305741" cy="69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9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TQTQAC+Helvetica" panose="020B0604020202020204"/>
                <a:cs typeface="TQTQAC+Helvetica" panose="020B0604020202020204"/>
              </a:rPr>
              <a:t>Personnel</a:t>
            </a:r>
            <a:endParaRPr sz="1600">
              <a:solidFill>
                <a:srgbClr val="000000"/>
              </a:solidFill>
              <a:latin typeface="TQTQAC+Helvetica" panose="020B0604020202020204"/>
              <a:cs typeface="TQTQAC+Helvetica" panose="020B0604020202020204"/>
            </a:endParaRPr>
          </a:p>
          <a:p>
            <a:pPr marL="2558415" marR="0">
              <a:lnSpc>
                <a:spcPts val="1245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TQTQAC+Helvetica" panose="020B0604020202020204"/>
                <a:cs typeface="TQTQAC+Helvetica" panose="020B0604020202020204"/>
              </a:rPr>
              <a:t>TIS</a:t>
            </a:r>
            <a:endParaRPr sz="1600">
              <a:solidFill>
                <a:srgbClr val="000000"/>
              </a:solidFill>
              <a:latin typeface="TQTQAC+Helvetica" panose="020B0604020202020204"/>
              <a:cs typeface="TQTQAC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31179" y="3685452"/>
            <a:ext cx="960137" cy="5319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9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TQTQAC+Helvetica" panose="020B0604020202020204"/>
                <a:cs typeface="TQTQAC+Helvetica" panose="020B0604020202020204"/>
              </a:rPr>
              <a:t>Course</a:t>
            </a:r>
            <a:endParaRPr sz="1600">
              <a:solidFill>
                <a:srgbClr val="000000"/>
              </a:solidFill>
              <a:latin typeface="TQTQAC+Helvetica" panose="020B0604020202020204"/>
              <a:cs typeface="TQTQAC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64340" y="3820979"/>
            <a:ext cx="3244019" cy="69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9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TQTQAC+Helvetica" panose="020B0604020202020204"/>
                <a:cs typeface="TQTQAC+Helvetica" panose="020B0604020202020204"/>
              </a:rPr>
              <a:t>information</a:t>
            </a:r>
            <a:endParaRPr sz="1600">
              <a:solidFill>
                <a:srgbClr val="000000"/>
              </a:solidFill>
              <a:latin typeface="TQTQAC+Helvetica" panose="020B0604020202020204"/>
              <a:cs typeface="TQTQAC+Helvetica" panose="020B0604020202020204"/>
            </a:endParaRPr>
          </a:p>
          <a:p>
            <a:pPr marL="2701925" marR="0">
              <a:lnSpc>
                <a:spcPts val="1245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TQTQAC+Helvetica" panose="020B0604020202020204"/>
                <a:cs typeface="TQTQAC+Helvetica" panose="020B0604020202020204"/>
              </a:rPr>
              <a:t>&gt;</a:t>
            </a:r>
            <a:endParaRPr sz="1600">
              <a:solidFill>
                <a:srgbClr val="000000"/>
              </a:solidFill>
              <a:latin typeface="TQTQAC+Helvetica" panose="020B0604020202020204"/>
              <a:cs typeface="TQTQAC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20609" y="3820986"/>
            <a:ext cx="847076" cy="5319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9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TQTQAC+Helvetica" panose="020B0604020202020204"/>
                <a:cs typeface="TQTQAC+Helvetica" panose="020B0604020202020204"/>
              </a:rPr>
              <a:t>Room</a:t>
            </a:r>
            <a:endParaRPr sz="1600">
              <a:solidFill>
                <a:srgbClr val="000000"/>
              </a:solidFill>
              <a:latin typeface="TQTQAC+Helvetica" panose="020B0604020202020204"/>
              <a:cs typeface="TQTQAC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50352" y="3979094"/>
            <a:ext cx="1321852" cy="5319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9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TQTQAC+Helvetica" panose="020B0604020202020204"/>
                <a:cs typeface="TQTQAC+Helvetica" panose="020B0604020202020204"/>
              </a:rPr>
              <a:t>coordinator</a:t>
            </a:r>
            <a:endParaRPr sz="1600">
              <a:solidFill>
                <a:srgbClr val="000000"/>
              </a:solidFill>
              <a:latin typeface="TQTQAC+Helvetica" panose="020B0604020202020204"/>
              <a:cs typeface="TQTQAC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45166" y="4114621"/>
            <a:ext cx="948625" cy="5319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9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TQTQAC+Helvetica" panose="020B0604020202020204"/>
                <a:cs typeface="TQTQAC+Helvetica" panose="020B0604020202020204"/>
              </a:rPr>
              <a:t>system</a:t>
            </a:r>
            <a:endParaRPr sz="1600">
              <a:solidFill>
                <a:srgbClr val="000000"/>
              </a:solidFill>
              <a:latin typeface="TQTQAC+Helvetica" panose="020B0604020202020204"/>
              <a:cs typeface="TQTQAC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90936" y="4724502"/>
            <a:ext cx="1174744" cy="5319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9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TQTQAC+Helvetica" panose="020B0604020202020204"/>
                <a:cs typeface="TQTQAC+Helvetica" panose="020B0604020202020204"/>
              </a:rPr>
              <a:t>Secretary</a:t>
            </a:r>
            <a:endParaRPr sz="1600">
              <a:solidFill>
                <a:srgbClr val="000000"/>
              </a:solidFill>
              <a:latin typeface="TQTQAC+Helvetica" panose="020B0604020202020204"/>
              <a:cs typeface="TQTQAC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59436" y="4724502"/>
            <a:ext cx="903556" cy="5319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9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TQTQAC+Helvetica" panose="020B0604020202020204"/>
                <a:cs typeface="TQTQAC+Helvetica" panose="020B0604020202020204"/>
              </a:rPr>
              <a:t>Printer</a:t>
            </a:r>
            <a:endParaRPr sz="1600">
              <a:solidFill>
                <a:srgbClr val="000000"/>
              </a:solidFill>
              <a:latin typeface="TQTQAC+Helvetica" panose="020B0604020202020204"/>
              <a:cs typeface="TQTQAC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4268" y="5432526"/>
            <a:ext cx="388068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SFVSLI+CMR10" panose="02000500000000000000"/>
                <a:cs typeface="SFVSLI+CMR10" panose="02000500000000000000"/>
              </a:rPr>
              <a:t>Not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9">
                <a:solidFill>
                  <a:srgbClr val="000000"/>
                </a:solidFill>
                <a:latin typeface="SFVSLI+CMR10" panose="02000500000000000000"/>
                <a:cs typeface="SFVSLI+CMR10" panose="02000500000000000000"/>
              </a:rPr>
              <a:t>much</a:t>
            </a:r>
            <a:r>
              <a:rPr sz="2050" spc="2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FVSLI+CMR10" panose="02000500000000000000"/>
                <a:cs typeface="SFVSLI+CMR10" panose="02000500000000000000"/>
              </a:rPr>
              <a:t>detail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SFVSLI+CMR10" panose="02000500000000000000"/>
                <a:cs typeface="SFVSLI+CMR10" panose="02000500000000000000"/>
              </a:rPr>
              <a:t>needed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SFVSLI+CMR10" panose="02000500000000000000"/>
                <a:cs typeface="SFVSLI+CMR10" panose="02000500000000000000"/>
              </a:rPr>
              <a:t>here.</a:t>
            </a:r>
            <a:endParaRPr sz="2050" spc="11">
              <a:solidFill>
                <a:srgbClr val="000000"/>
              </a:solidFill>
              <a:latin typeface="SFVSLI+CMR10" panose="02000500000000000000"/>
              <a:cs typeface="SFVSLI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TFHTVB+CMR7" panose="02000500000000000000"/>
                <a:cs typeface="TFHTVB+CMR7" panose="02000500000000000000"/>
              </a:rPr>
              <a:t>292</a:t>
            </a:r>
            <a:endParaRPr sz="1450">
              <a:solidFill>
                <a:srgbClr val="000000"/>
              </a:solidFill>
              <a:latin typeface="TFHTVB+CMR7" panose="02000500000000000000"/>
              <a:cs typeface="TFHTVB+CMR7" panose="02000500000000000000"/>
            </a:endParaRP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061513"/>
            <a:ext cx="3297550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TDVPFU+CMBX12~c" panose="02000500000000000000"/>
                <a:cs typeface="TDVPFU+CMBX12~c" panose="02000500000000000000"/>
              </a:rPr>
              <a:t>Heating</a:t>
            </a:r>
            <a:r>
              <a:rPr sz="2500" spc="3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9">
                <a:solidFill>
                  <a:srgbClr val="000000"/>
                </a:solidFill>
                <a:latin typeface="TDVPFU+CMBX12~c" panose="02000500000000000000"/>
                <a:cs typeface="TDVPFU+CMBX12~c" panose="02000500000000000000"/>
              </a:rPr>
              <a:t>controller</a:t>
            </a:r>
            <a:endParaRPr sz="2500" spc="-19">
              <a:solidFill>
                <a:srgbClr val="000000"/>
              </a:solidFill>
              <a:latin typeface="TDVPFU+CMBX12~c" panose="02000500000000000000"/>
              <a:cs typeface="TDVPFU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24501" y="1673339"/>
            <a:ext cx="1116243" cy="5345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SSCCBW+Helvetica" panose="020B0604020202020204"/>
                <a:cs typeface="SSCCBW+Helvetica" panose="020B0604020202020204"/>
              </a:rPr>
              <a:t>Operator</a:t>
            </a:r>
            <a:endParaRPr sz="1600" spc="10">
              <a:solidFill>
                <a:srgbClr val="000000"/>
              </a:solidFill>
              <a:latin typeface="SSCCBW+Helvetica" panose="020B0604020202020204"/>
              <a:cs typeface="SSCCBW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45026" y="2267356"/>
            <a:ext cx="1310419" cy="5345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2">
                <a:solidFill>
                  <a:srgbClr val="000000"/>
                </a:solidFill>
                <a:latin typeface="SSCCBW+Helvetica" panose="020B0604020202020204"/>
                <a:cs typeface="SSCCBW+Helvetica" panose="020B0604020202020204"/>
              </a:rPr>
              <a:t>commands</a:t>
            </a:r>
            <a:endParaRPr sz="1600" spc="12">
              <a:solidFill>
                <a:srgbClr val="000000"/>
              </a:solidFill>
              <a:latin typeface="SSCCBW+Helvetica" panose="020B0604020202020204"/>
              <a:cs typeface="SSCCBW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61215" y="2267356"/>
            <a:ext cx="704999" cy="5345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SSCCBW+Helvetica" panose="020B0604020202020204"/>
                <a:cs typeface="SSCCBW+Helvetica" panose="020B0604020202020204"/>
              </a:rPr>
              <a:t>data</a:t>
            </a:r>
            <a:endParaRPr sz="1600">
              <a:solidFill>
                <a:srgbClr val="000000"/>
              </a:solidFill>
              <a:latin typeface="SSCCBW+Helvetica" panose="020B0604020202020204"/>
              <a:cs typeface="SSCCBW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24501" y="2678607"/>
            <a:ext cx="1116243" cy="8315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SSCCBW+Helvetica" panose="020B0604020202020204"/>
                <a:cs typeface="SSCCBW+Helvetica" panose="020B0604020202020204"/>
              </a:rPr>
              <a:t>Operator</a:t>
            </a:r>
            <a:endParaRPr sz="1600" spc="10">
              <a:solidFill>
                <a:srgbClr val="000000"/>
              </a:solidFill>
              <a:latin typeface="SSCCBW+Helvetica" panose="020B0604020202020204"/>
              <a:cs typeface="SSCCBW+Helvetica" panose="020B0604020202020204"/>
            </a:endParaRPr>
          </a:p>
          <a:p>
            <a:pPr marL="51435" marR="0">
              <a:lnSpc>
                <a:spcPts val="1810"/>
              </a:lnSpc>
              <a:spcBef>
                <a:spcPts val="53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SSCCBW+Helvetica" panose="020B0604020202020204"/>
                <a:cs typeface="SSCCBW+Helvetica" panose="020B0604020202020204"/>
              </a:rPr>
              <a:t>console</a:t>
            </a:r>
            <a:endParaRPr sz="1600">
              <a:solidFill>
                <a:srgbClr val="000000"/>
              </a:solidFill>
              <a:latin typeface="SSCCBW+Helvetica" panose="020B0604020202020204"/>
              <a:cs typeface="SSCCBW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82123" y="3364014"/>
            <a:ext cx="1070661" cy="5345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SSCCBW+Helvetica" panose="020B0604020202020204"/>
                <a:cs typeface="SSCCBW+Helvetica" panose="020B0604020202020204"/>
              </a:rPr>
              <a:t>operator</a:t>
            </a:r>
            <a:endParaRPr sz="1600">
              <a:solidFill>
                <a:srgbClr val="000000"/>
              </a:solidFill>
              <a:latin typeface="SSCCBW+Helvetica" panose="020B0604020202020204"/>
              <a:cs typeface="SSCCBW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75426" y="3409708"/>
            <a:ext cx="1070661" cy="5345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SSCCBW+Helvetica" panose="020B0604020202020204"/>
                <a:cs typeface="SSCCBW+Helvetica" panose="020B0604020202020204"/>
              </a:rPr>
              <a:t>operator</a:t>
            </a:r>
            <a:endParaRPr sz="1600">
              <a:solidFill>
                <a:srgbClr val="000000"/>
              </a:solidFill>
              <a:latin typeface="SSCCBW+Helvetica" panose="020B0604020202020204"/>
              <a:cs typeface="SSCCBW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62245" y="3661022"/>
            <a:ext cx="1310419" cy="5345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2">
                <a:solidFill>
                  <a:srgbClr val="000000"/>
                </a:solidFill>
                <a:latin typeface="SSCCBW+Helvetica" panose="020B0604020202020204"/>
                <a:cs typeface="SSCCBW+Helvetica" panose="020B0604020202020204"/>
              </a:rPr>
              <a:t>commands</a:t>
            </a:r>
            <a:endParaRPr sz="1600" spc="12">
              <a:solidFill>
                <a:srgbClr val="000000"/>
              </a:solidFill>
              <a:latin typeface="SSCCBW+Helvetica" panose="020B0604020202020204"/>
              <a:cs typeface="SSCCBW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58224" y="3706717"/>
            <a:ext cx="704999" cy="5345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SSCCBW+Helvetica" panose="020B0604020202020204"/>
                <a:cs typeface="SSCCBW+Helvetica" panose="020B0604020202020204"/>
              </a:rPr>
              <a:t>data</a:t>
            </a:r>
            <a:endParaRPr sz="1600">
              <a:solidFill>
                <a:srgbClr val="000000"/>
              </a:solidFill>
              <a:latin typeface="SSCCBW+Helvetica" panose="020B0604020202020204"/>
              <a:cs typeface="SSCCBW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75898" y="4095114"/>
            <a:ext cx="1013533" cy="1425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SSCCBW+Helvetica" panose="020B0604020202020204"/>
                <a:cs typeface="SSCCBW+Helvetica" panose="020B0604020202020204"/>
              </a:rPr>
              <a:t>Heating</a:t>
            </a:r>
            <a:endParaRPr sz="1600">
              <a:solidFill>
                <a:srgbClr val="000000"/>
              </a:solidFill>
              <a:latin typeface="SSCCBW+Helvetica" panose="020B0604020202020204"/>
              <a:cs typeface="SSCCBW+Helvetica" panose="020B0604020202020204"/>
            </a:endParaRPr>
          </a:p>
          <a:p>
            <a:pPr marL="45720" marR="0">
              <a:lnSpc>
                <a:spcPts val="1810"/>
              </a:lnSpc>
              <a:spcBef>
                <a:spcPts val="53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SSCCBW+Helvetica" panose="020B0604020202020204"/>
                <a:cs typeface="SSCCBW+Helvetica" panose="020B0604020202020204"/>
              </a:rPr>
              <a:t>control</a:t>
            </a:r>
            <a:endParaRPr sz="1600">
              <a:solidFill>
                <a:srgbClr val="000000"/>
              </a:solidFill>
              <a:latin typeface="SSCCBW+Helvetica" panose="020B0604020202020204"/>
              <a:cs typeface="SSCCBW+Helvetica" panose="020B0604020202020204"/>
            </a:endParaRPr>
          </a:p>
          <a:p>
            <a:pPr marL="28575" marR="0">
              <a:lnSpc>
                <a:spcPts val="1810"/>
              </a:lnSpc>
              <a:spcBef>
                <a:spcPts val="58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SSCCBW+Helvetica" panose="020B0604020202020204"/>
                <a:cs typeface="SSCCBW+Helvetica" panose="020B0604020202020204"/>
              </a:rPr>
              <a:t>system</a:t>
            </a:r>
            <a:endParaRPr sz="1600">
              <a:solidFill>
                <a:srgbClr val="000000"/>
              </a:solidFill>
              <a:latin typeface="SSCCBW+Helvetica" panose="020B0604020202020204"/>
              <a:cs typeface="SSCCBW+Helvetica" panose="020B0604020202020204"/>
            </a:endParaRPr>
          </a:p>
          <a:p>
            <a:pPr marL="294005" marR="0">
              <a:lnSpc>
                <a:spcPts val="1810"/>
              </a:lnSpc>
              <a:spcBef>
                <a:spcPts val="53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SSCCBW+Helvetica" panose="020B0604020202020204"/>
                <a:cs typeface="SSCCBW+Helvetica" panose="020B0604020202020204"/>
              </a:rPr>
              <a:t>&gt;</a:t>
            </a:r>
            <a:endParaRPr sz="1600">
              <a:solidFill>
                <a:srgbClr val="000000"/>
              </a:solidFill>
              <a:latin typeface="SSCCBW+Helvetica" panose="020B0604020202020204"/>
              <a:cs typeface="SSCCBW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99498" y="4300728"/>
            <a:ext cx="1413431" cy="5345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SSCCBW+Helvetica" panose="020B0604020202020204"/>
                <a:cs typeface="SSCCBW+Helvetica" panose="020B0604020202020204"/>
              </a:rPr>
              <a:t>temperature</a:t>
            </a:r>
            <a:endParaRPr sz="1600">
              <a:solidFill>
                <a:srgbClr val="000000"/>
              </a:solidFill>
              <a:latin typeface="SSCCBW+Helvetica" panose="020B0604020202020204"/>
              <a:cs typeface="SSCCBW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83833" y="4300728"/>
            <a:ext cx="1950392" cy="5345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SSCCBW+Helvetica" panose="020B0604020202020204"/>
                <a:cs typeface="SSCCBW+Helvetica" panose="020B0604020202020204"/>
              </a:rPr>
              <a:t>heater </a:t>
            </a:r>
            <a:r>
              <a:rPr sz="1600" spc="12">
                <a:solidFill>
                  <a:srgbClr val="000000"/>
                </a:solidFill>
                <a:latin typeface="SSCCBW+Helvetica" panose="020B0604020202020204"/>
                <a:cs typeface="SSCCBW+Helvetica" panose="020B0604020202020204"/>
              </a:rPr>
              <a:t>commands</a:t>
            </a:r>
            <a:endParaRPr sz="1600" spc="12">
              <a:solidFill>
                <a:srgbClr val="000000"/>
              </a:solidFill>
              <a:latin typeface="SSCCBW+Helvetica" panose="020B0604020202020204"/>
              <a:cs typeface="SSCCBW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14295" y="4986134"/>
            <a:ext cx="1538832" cy="5345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1">
                <a:solidFill>
                  <a:srgbClr val="000000"/>
                </a:solidFill>
                <a:latin typeface="SSCCBW+Helvetica" panose="020B0604020202020204"/>
                <a:cs typeface="SSCCBW+Helvetica" panose="020B0604020202020204"/>
              </a:rPr>
              <a:t>Thermometer</a:t>
            </a:r>
            <a:endParaRPr sz="1600" spc="11">
              <a:solidFill>
                <a:srgbClr val="000000"/>
              </a:solidFill>
              <a:latin typeface="SSCCBW+Helvetica" panose="020B0604020202020204"/>
              <a:cs typeface="SSCCBW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20571" y="4986134"/>
            <a:ext cx="921967" cy="5345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SSCCBW+Helvetica" panose="020B0604020202020204"/>
                <a:cs typeface="SSCCBW+Helvetica" panose="020B0604020202020204"/>
              </a:rPr>
              <a:t>Heater</a:t>
            </a:r>
            <a:endParaRPr sz="1600" spc="10">
              <a:solidFill>
                <a:srgbClr val="000000"/>
              </a:solidFill>
              <a:latin typeface="SSCCBW+Helvetica" panose="020B0604020202020204"/>
              <a:cs typeface="SSCCBW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73537" y="5374538"/>
            <a:ext cx="704999" cy="5345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SSCCBW+Helvetica" panose="020B0604020202020204"/>
                <a:cs typeface="SSCCBW+Helvetica" panose="020B0604020202020204"/>
              </a:rPr>
              <a:t>heat</a:t>
            </a:r>
            <a:endParaRPr sz="1600" spc="10">
              <a:solidFill>
                <a:srgbClr val="000000"/>
              </a:solidFill>
              <a:latin typeface="SSCCBW+Helvetica" panose="020B0604020202020204"/>
              <a:cs typeface="SSCCBW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69469" y="5443080"/>
            <a:ext cx="704999" cy="5345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SSCCBW+Helvetica" panose="020B0604020202020204"/>
                <a:cs typeface="SSCCBW+Helvetica" panose="020B0604020202020204"/>
              </a:rPr>
              <a:t>heat</a:t>
            </a:r>
            <a:endParaRPr sz="1600" spc="10">
              <a:solidFill>
                <a:srgbClr val="000000"/>
              </a:solidFill>
              <a:latin typeface="SSCCBW+Helvetica" panose="020B0604020202020204"/>
              <a:cs typeface="SSCCBW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53013" y="5785777"/>
            <a:ext cx="1459160" cy="5345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SSCCBW+Helvetica" panose="020B0604020202020204"/>
                <a:cs typeface="SSCCBW+Helvetica" panose="020B0604020202020204"/>
              </a:rPr>
              <a:t>Heating tank</a:t>
            </a:r>
            <a:endParaRPr sz="1600">
              <a:solidFill>
                <a:srgbClr val="000000"/>
              </a:solidFill>
              <a:latin typeface="SSCCBW+Helvetica" panose="020B0604020202020204"/>
              <a:cs typeface="SSCCBW+Helvetica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44268" y="6430746"/>
            <a:ext cx="326235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GAJWC+CMR10" panose="02000500000000000000"/>
                <a:cs typeface="IGAJWC+CMR10" panose="02000500000000000000"/>
              </a:rPr>
              <a:t>More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IGAJWC+CMR10" panose="02000500000000000000"/>
                <a:cs typeface="IGAJWC+CMR10" panose="02000500000000000000"/>
              </a:rPr>
              <a:t>detail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IGAJWC+CMR10" panose="02000500000000000000"/>
                <a:cs typeface="IGAJWC+CMR10" panose="02000500000000000000"/>
              </a:rPr>
              <a:t>needed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IGAJWC+CMR10" panose="02000500000000000000"/>
                <a:cs typeface="IGAJWC+CMR10" panose="02000500000000000000"/>
              </a:rPr>
              <a:t>here.</a:t>
            </a:r>
            <a:endParaRPr sz="2050" spc="11">
              <a:solidFill>
                <a:srgbClr val="000000"/>
              </a:solidFill>
              <a:latin typeface="IGAJWC+CMR10" panose="02000500000000000000"/>
              <a:cs typeface="IGAJWC+CMR10" panose="0200050000000000000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MDJESP+CMR7" panose="02000500000000000000"/>
                <a:cs typeface="MDJESP+CMR7" panose="02000500000000000000"/>
              </a:rPr>
              <a:t>293</a:t>
            </a:r>
            <a:endParaRPr sz="1450">
              <a:solidFill>
                <a:srgbClr val="000000"/>
              </a:solidFill>
              <a:latin typeface="MDJESP+CMR7" panose="02000500000000000000"/>
              <a:cs typeface="MDJESP+CMR7" panose="02000500000000000000"/>
            </a:endParaRP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414825"/>
            <a:ext cx="4908135" cy="1253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>
                <a:solidFill>
                  <a:srgbClr val="000000"/>
                </a:solidFill>
                <a:latin typeface="JQDCWK+CMBX12~c" panose="02000500000000000000"/>
                <a:cs typeface="JQDCWK+CMBX12~c" panose="02000500000000000000"/>
              </a:rPr>
              <a:t>Choose</a:t>
            </a:r>
            <a:r>
              <a:rPr sz="2500" spc="2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JQDCWK+CMBX12~c" panose="02000500000000000000"/>
                <a:cs typeface="JQDCWK+CMBX12~c" panose="02000500000000000000"/>
              </a:rPr>
              <a:t>an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JQDCWK+CMBX12~c" panose="02000500000000000000"/>
                <a:cs typeface="JQDCWK+CMBX12~c" panose="02000500000000000000"/>
              </a:rPr>
              <a:t>abstraction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5">
                <a:solidFill>
                  <a:srgbClr val="000000"/>
                </a:solidFill>
                <a:latin typeface="JQDCWK+CMBX12~c" panose="02000500000000000000"/>
                <a:cs typeface="JQDCWK+CMBX12~c" panose="02000500000000000000"/>
              </a:rPr>
              <a:t>level</a:t>
            </a:r>
            <a:endParaRPr sz="2500" spc="-25">
              <a:solidFill>
                <a:srgbClr val="000000"/>
              </a:solidFill>
              <a:latin typeface="JQDCWK+CMBX12~c" panose="02000500000000000000"/>
              <a:cs typeface="JQDCWK+CMBX12~c" panose="02000500000000000000"/>
            </a:endParaRPr>
          </a:p>
          <a:p>
            <a:pPr marL="121920" marR="0">
              <a:lnSpc>
                <a:spcPts val="261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GUMKI+CMSY10~25" panose="02000500000000000000"/>
                <a:cs typeface="AGUMKI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AGUMKI+CMSY10~25" panose="02000500000000000000"/>
              <a:cs typeface="AGUMKI+CMSY10~25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6709" y="2914878"/>
            <a:ext cx="754667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ISGQH+CMR10" panose="02000500000000000000"/>
                <a:cs typeface="DISGQH+CMR10" panose="02000500000000000000"/>
              </a:rPr>
              <a:t>Communication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ISGQH+CMR10" panose="02000500000000000000"/>
                <a:cs typeface="DISGQH+CMR10" panose="02000500000000000000"/>
              </a:rPr>
              <a:t>channels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ISGQH+CMR10" panose="02000500000000000000"/>
                <a:cs typeface="DISGQH+CMR10" panose="02000500000000000000"/>
              </a:rPr>
              <a:t>represent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ISGQH+CMR10" panose="02000500000000000000"/>
                <a:cs typeface="DISGQH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ISGQH+CMR10" panose="02000500000000000000"/>
                <a:cs typeface="DISGQH+CMR10" panose="02000500000000000000"/>
              </a:rPr>
              <a:t>level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ISGQH+CMR10" panose="02000500000000000000"/>
                <a:cs typeface="DISGQH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ISGQH+CMR10" panose="02000500000000000000"/>
                <a:cs typeface="DISGQH+CMR10" panose="02000500000000000000"/>
              </a:rPr>
              <a:t>abstraction.</a:t>
            </a:r>
            <a:endParaRPr sz="2050">
              <a:solidFill>
                <a:srgbClr val="000000"/>
              </a:solidFill>
              <a:latin typeface="DISGQH+CMR10" panose="02000500000000000000"/>
              <a:cs typeface="DISGQH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87800" y="3491006"/>
            <a:ext cx="1013611" cy="831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TTCLMJ+Helvetica" panose="020B0604020202020204"/>
                <a:cs typeface="TTCLMJ+Helvetica" panose="020B0604020202020204"/>
              </a:rPr>
              <a:t>Heating</a:t>
            </a:r>
            <a:endParaRPr sz="1600">
              <a:solidFill>
                <a:srgbClr val="000000"/>
              </a:solidFill>
              <a:latin typeface="TTCLMJ+Helvetica" panose="020B0604020202020204"/>
              <a:cs typeface="TTCLMJ+Helvetica" panose="020B0604020202020204"/>
            </a:endParaRPr>
          </a:p>
          <a:p>
            <a:pPr marL="45720" marR="0">
              <a:lnSpc>
                <a:spcPts val="1810"/>
              </a:lnSpc>
              <a:spcBef>
                <a:spcPts val="53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TTCLMJ+Helvetica" panose="020B0604020202020204"/>
                <a:cs typeface="TTCLMJ+Helvetica" panose="020B0604020202020204"/>
              </a:rPr>
              <a:t>control</a:t>
            </a:r>
            <a:endParaRPr sz="1600">
              <a:solidFill>
                <a:srgbClr val="000000"/>
              </a:solidFill>
              <a:latin typeface="TTCLMJ+Helvetica" panose="020B0604020202020204"/>
              <a:cs typeface="TTCLMJ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44528" y="3925143"/>
            <a:ext cx="727436" cy="5345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TTCLMJ+Helvetica" panose="020B0604020202020204"/>
                <a:cs typeface="TTCLMJ+Helvetica" panose="020B0604020202020204"/>
              </a:rPr>
              <a:t>Wire</a:t>
            </a:r>
            <a:endParaRPr sz="1600" spc="10">
              <a:solidFill>
                <a:srgbClr val="000000"/>
              </a:solidFill>
              <a:latin typeface="TTCLMJ+Helvetica" panose="020B0604020202020204"/>
              <a:cs typeface="TTCLMJ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60971" y="3925143"/>
            <a:ext cx="922035" cy="5345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TTCLMJ+Helvetica" panose="020B0604020202020204"/>
                <a:cs typeface="TTCLMJ+Helvetica" panose="020B0604020202020204"/>
              </a:rPr>
              <a:t>Heater</a:t>
            </a:r>
            <a:endParaRPr sz="1600" spc="10">
              <a:solidFill>
                <a:srgbClr val="000000"/>
              </a:solidFill>
              <a:latin typeface="TTCLMJ+Helvetica" panose="020B0604020202020204"/>
              <a:cs typeface="TTCLMJ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16488" y="4085089"/>
            <a:ext cx="956078" cy="831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TTCLMJ+Helvetica" panose="020B0604020202020204"/>
                <a:cs typeface="TTCLMJ+Helvetica" panose="020B0604020202020204"/>
              </a:rPr>
              <a:t>system</a:t>
            </a:r>
            <a:endParaRPr sz="1600">
              <a:solidFill>
                <a:srgbClr val="000000"/>
              </a:solidFill>
              <a:latin typeface="TTCLMJ+Helvetica" panose="020B0604020202020204"/>
              <a:cs typeface="TTCLMJ+Helvetica" panose="020B0604020202020204"/>
            </a:endParaRPr>
          </a:p>
          <a:p>
            <a:pPr marL="265430" marR="0">
              <a:lnSpc>
                <a:spcPts val="1810"/>
              </a:lnSpc>
              <a:spcBef>
                <a:spcPts val="53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TTCLMJ+Helvetica" panose="020B0604020202020204"/>
                <a:cs typeface="TTCLMJ+Helvetica" panose="020B0604020202020204"/>
              </a:rPr>
              <a:t>&gt;</a:t>
            </a:r>
            <a:endParaRPr sz="1600">
              <a:solidFill>
                <a:srgbClr val="000000"/>
              </a:solidFill>
              <a:latin typeface="TTCLMJ+Helvetica" panose="020B0604020202020204"/>
              <a:cs typeface="TTCLMJ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4268" y="5027141"/>
            <a:ext cx="639070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ISGQH+CMR10" panose="02000500000000000000"/>
                <a:cs typeface="DISGQH+CMR10" panose="02000500000000000000"/>
              </a:rPr>
              <a:t>There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ISGQH+CMR10" panose="02000500000000000000"/>
                <a:cs typeface="DISGQH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DISGQH+CMR10" panose="02000500000000000000"/>
                <a:cs typeface="DISGQH+CMR10" panose="02000500000000000000"/>
              </a:rPr>
              <a:t>always</a:t>
            </a:r>
            <a:r>
              <a:rPr sz="2050" spc="2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ISGQH+CMR10" panose="02000500000000000000"/>
                <a:cs typeface="DISGQH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ISGQH+CMR10" panose="02000500000000000000"/>
                <a:cs typeface="DISGQH+CMR10" panose="02000500000000000000"/>
              </a:rPr>
              <a:t>remaining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ISGQH+CMR10" panose="02000500000000000000"/>
                <a:cs typeface="DISGQH+CMR10" panose="02000500000000000000"/>
              </a:rPr>
              <a:t>level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ISGQH+CMR10" panose="02000500000000000000"/>
                <a:cs typeface="DISGQH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ISGQH+CMR10" panose="02000500000000000000"/>
                <a:cs typeface="DISGQH+CMR10" panose="02000500000000000000"/>
              </a:rPr>
              <a:t>abstraction.</a:t>
            </a:r>
            <a:endParaRPr sz="2050">
              <a:solidFill>
                <a:srgbClr val="000000"/>
              </a:solidFill>
              <a:latin typeface="DISGQH+CMR10" panose="02000500000000000000"/>
              <a:cs typeface="DISGQH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IWHKA+CMR7" panose="02000500000000000000"/>
                <a:cs typeface="WIWHKA+CMR7" panose="02000500000000000000"/>
              </a:rPr>
              <a:t>294</a:t>
            </a:r>
            <a:endParaRPr sz="1450">
              <a:solidFill>
                <a:srgbClr val="000000"/>
              </a:solidFill>
              <a:latin typeface="WIWHKA+CMR7" panose="02000500000000000000"/>
              <a:cs typeface="WIWHKA+CMR7" panose="02000500000000000000"/>
            </a:endParaRPr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431845"/>
            <a:ext cx="3270129" cy="1253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25">
                <a:solidFill>
                  <a:srgbClr val="000000"/>
                </a:solidFill>
                <a:latin typeface="CBHKAR+CMBX12~c" panose="02000500000000000000"/>
                <a:cs typeface="CBHKAR+CMBX12~c" panose="02000500000000000000"/>
              </a:rPr>
              <a:t>Context</a:t>
            </a:r>
            <a:r>
              <a:rPr sz="2500" spc="3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CBHKAR+CMBX12~c" panose="02000500000000000000"/>
                <a:cs typeface="CBHKAR+CMBX12~c" panose="02000500000000000000"/>
              </a:rPr>
              <a:t>boundary</a:t>
            </a:r>
            <a:endParaRPr sz="2500">
              <a:solidFill>
                <a:srgbClr val="000000"/>
              </a:solidFill>
              <a:latin typeface="CBHKAR+CMBX12~c" panose="02000500000000000000"/>
              <a:cs typeface="CBHKAR+CMBX12~c" panose="02000500000000000000"/>
            </a:endParaRPr>
          </a:p>
          <a:p>
            <a:pPr marL="121920" marR="0">
              <a:lnSpc>
                <a:spcPts val="261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AIOAM+CMSY10~25" panose="02000500000000000000"/>
                <a:cs typeface="WAIOAM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WAIOAM+CMSY10~25" panose="02000500000000000000"/>
              <a:cs typeface="WAIOAM+CMSY10~25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6709" y="1931898"/>
            <a:ext cx="8031603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Include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entities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needed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achieve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goals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6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composite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system.</a:t>
            </a:r>
            <a:endParaRPr sz="2050">
              <a:solidFill>
                <a:srgbClr val="000000"/>
              </a:solidFill>
              <a:latin typeface="ETLRJN+CMR10" panose="02000500000000000000"/>
              <a:cs typeface="ETLRJN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6187" y="2315039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AIOAM+CMSY10~25" panose="02000500000000000000"/>
                <a:cs typeface="WAIOAM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WAIOAM+CMSY10~25" panose="02000500000000000000"/>
              <a:cs typeface="WAIOAM+CMSY10~25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708" y="2450059"/>
            <a:ext cx="6721876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Include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entities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which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SuD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causes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desired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eﬀect.</a:t>
            </a:r>
            <a:endParaRPr sz="2050" spc="10">
              <a:solidFill>
                <a:srgbClr val="000000"/>
              </a:solidFill>
              <a:latin typeface="ETLRJN+CMR10" panose="02000500000000000000"/>
              <a:cs typeface="ETLRJN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6173" y="2833201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AIOAM+CMSY10~25" panose="02000500000000000000"/>
                <a:cs typeface="WAIOAM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WAIOAM+CMSY10~25" panose="02000500000000000000"/>
              <a:cs typeface="WAIOAM+CMSY10~25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6694" y="2968221"/>
            <a:ext cx="8369559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Include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entities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about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which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SuD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needs</a:t>
            </a:r>
            <a:r>
              <a:rPr sz="2050" spc="14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information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perform</a:t>
            </a:r>
            <a:endParaRPr sz="2050" spc="18">
              <a:solidFill>
                <a:srgbClr val="000000"/>
              </a:solidFill>
              <a:latin typeface="ETLRJN+CMR10" panose="02000500000000000000"/>
              <a:cs typeface="ETLRJN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6699" y="3340079"/>
            <a:ext cx="138140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its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work.</a:t>
            </a:r>
            <a:endParaRPr sz="2050">
              <a:solidFill>
                <a:srgbClr val="000000"/>
              </a:solidFill>
              <a:latin typeface="ETLRJN+CMR10" panose="02000500000000000000"/>
              <a:cs typeface="ETLRJN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66179" y="3723220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AIOAM+CMSY10~25" panose="02000500000000000000"/>
                <a:cs typeface="WAIOAM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WAIOAM+CMSY10~25" panose="02000500000000000000"/>
              <a:cs typeface="WAIOAM+CMSY10~25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16700" y="3858240"/>
            <a:ext cx="6925886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Ignore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entities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where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eﬀect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is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felt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/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3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relevant.</a:t>
            </a:r>
            <a:endParaRPr sz="2050" spc="-13">
              <a:solidFill>
                <a:srgbClr val="000000"/>
              </a:solidFill>
              <a:latin typeface="ETLRJN+CMR10" panose="02000500000000000000"/>
              <a:cs typeface="ETLRJN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66171" y="4241382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AIOAM+CMSY10~25" panose="02000500000000000000"/>
                <a:cs typeface="WAIOAM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WAIOAM+CMSY10~25" panose="02000500000000000000"/>
              <a:cs typeface="WAIOAM+CMSY10~25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16692" y="4377926"/>
            <a:ext cx="813656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Ignore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entities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whose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behavior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irrelevant</a:t>
            </a:r>
            <a:r>
              <a:rPr sz="2050" spc="1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for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task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of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the</a:t>
            </a:r>
            <a:endParaRPr sz="2050" spc="11">
              <a:solidFill>
                <a:srgbClr val="000000"/>
              </a:solidFill>
              <a:latin typeface="ETLRJN+CMR10" panose="02000500000000000000"/>
              <a:cs typeface="ETLRJN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16682" y="4748259"/>
            <a:ext cx="95655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5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SuD.</a:t>
            </a:r>
            <a:endParaRPr sz="2050" spc="15">
              <a:solidFill>
                <a:srgbClr val="000000"/>
              </a:solidFill>
              <a:latin typeface="ETLRJN+CMR10" panose="02000500000000000000"/>
              <a:cs typeface="ETLRJN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44237" y="5267943"/>
            <a:ext cx="8932522" cy="145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context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diagram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shows</a:t>
            </a:r>
            <a:r>
              <a:rPr sz="20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which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external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entities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are,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together</a:t>
            </a:r>
            <a:endParaRPr sz="2050" spc="10">
              <a:solidFill>
                <a:srgbClr val="000000"/>
              </a:solidFill>
              <a:latin typeface="ETLRJN+CMR10" panose="02000500000000000000"/>
              <a:cs typeface="ETLRJN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3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with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the</a:t>
            </a:r>
            <a:r>
              <a:rPr sz="2050" spc="1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SuD,</a:t>
            </a:r>
            <a:r>
              <a:rPr sz="2050" spc="1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involved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in</a:t>
            </a:r>
            <a:r>
              <a:rPr sz="20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achieving</a:t>
            </a:r>
            <a:r>
              <a:rPr sz="2050" spc="1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the</a:t>
            </a:r>
            <a:r>
              <a:rPr sz="2050" spc="1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desired</a:t>
            </a:r>
            <a:r>
              <a:rPr sz="2050" spc="1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emergent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properties</a:t>
            </a:r>
            <a:endParaRPr sz="2050" spc="15">
              <a:solidFill>
                <a:srgbClr val="000000"/>
              </a:solidFill>
              <a:latin typeface="ETLRJN+CMR10" panose="02000500000000000000"/>
              <a:cs typeface="ETLRJN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6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6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composite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TLRJN+CMR10" panose="02000500000000000000"/>
                <a:cs typeface="ETLRJN+CMR10" panose="02000500000000000000"/>
              </a:rPr>
              <a:t>system.</a:t>
            </a:r>
            <a:endParaRPr sz="2050">
              <a:solidFill>
                <a:srgbClr val="000000"/>
              </a:solidFill>
              <a:latin typeface="ETLRJN+CMR10" panose="02000500000000000000"/>
              <a:cs typeface="ETLRJN+CMR10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FHJTPC+CMR7" panose="02000500000000000000"/>
                <a:cs typeface="FHJTPC+CMR7" panose="02000500000000000000"/>
              </a:rPr>
              <a:t>295</a:t>
            </a:r>
            <a:endParaRPr sz="1450">
              <a:solidFill>
                <a:srgbClr val="000000"/>
              </a:solidFill>
              <a:latin typeface="FHJTPC+CMR7" panose="02000500000000000000"/>
              <a:cs typeface="FHJTPC+CMR7" panose="02000500000000000000"/>
            </a:endParaRPr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135933"/>
            <a:ext cx="4208972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2">
                <a:solidFill>
                  <a:srgbClr val="000000"/>
                </a:solidFill>
                <a:latin typeface="UREKGA+CMBX12~c" panose="02000500000000000000"/>
                <a:cs typeface="UREKGA+CMBX12~c" panose="02000500000000000000"/>
              </a:rPr>
              <a:t>Structuring</a:t>
            </a:r>
            <a:r>
              <a:rPr sz="2500" spc="3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5">
                <a:solidFill>
                  <a:srgbClr val="000000"/>
                </a:solidFill>
                <a:latin typeface="UREKGA+CMBX12~c" panose="02000500000000000000"/>
                <a:cs typeface="UREKGA+CMBX12~c" panose="02000500000000000000"/>
              </a:rPr>
              <a:t>the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5">
                <a:solidFill>
                  <a:srgbClr val="000000"/>
                </a:solidFill>
                <a:latin typeface="UREKGA+CMBX12~c" panose="02000500000000000000"/>
                <a:cs typeface="UREKGA+CMBX12~c" panose="02000500000000000000"/>
              </a:rPr>
              <a:t>context</a:t>
            </a:r>
            <a:endParaRPr sz="2500" spc="-25">
              <a:solidFill>
                <a:srgbClr val="000000"/>
              </a:solidFill>
              <a:latin typeface="UREKGA+CMBX12~c" panose="02000500000000000000"/>
              <a:cs typeface="UREKGA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2602457"/>
            <a:ext cx="3765649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Three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kinds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functionality:</a:t>
            </a:r>
            <a:endParaRPr sz="2050">
              <a:solidFill>
                <a:srgbClr val="000000"/>
              </a:solidFill>
              <a:latin typeface="JGHUBV+CMR10" panose="02000500000000000000"/>
              <a:cs typeface="JGHUBV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79" y="3120617"/>
            <a:ext cx="8413516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DTUER+CMSY10~25" panose="02000500000000000000"/>
                <a:cs typeface="UDTUER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AHEMP+CMTI10" panose="02000500000000000000"/>
                <a:cs typeface="IAHEMP+CMTI10" panose="02000500000000000000"/>
              </a:rPr>
              <a:t>Information</a:t>
            </a:r>
            <a:r>
              <a:rPr sz="2050" spc="2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AHEMP+CMTI10" panose="02000500000000000000"/>
                <a:cs typeface="IAHEMP+CMTI10" panose="02000500000000000000"/>
              </a:rPr>
              <a:t>provision.</a:t>
            </a:r>
            <a:r>
              <a:rPr sz="2050" spc="4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0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To</a:t>
            </a:r>
            <a:r>
              <a:rPr sz="2050" spc="3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answer</a:t>
            </a:r>
            <a:r>
              <a:rPr sz="20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questions,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produce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6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reports,</a:t>
            </a:r>
            <a:endParaRPr sz="2050" spc="16">
              <a:solidFill>
                <a:srgbClr val="000000"/>
              </a:solidFill>
              <a:latin typeface="JGHUBV+CMR10" panose="02000500000000000000"/>
              <a:cs typeface="JGHUBV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701" y="3492475"/>
            <a:ext cx="790411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otherwise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provide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information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about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subject</a:t>
            </a:r>
            <a:r>
              <a:rPr sz="2050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domain.</a:t>
            </a:r>
            <a:endParaRPr sz="2050">
              <a:solidFill>
                <a:srgbClr val="000000"/>
              </a:solidFill>
              <a:latin typeface="JGHUBV+CMR10" panose="02000500000000000000"/>
              <a:cs typeface="JGHUBV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566" y="4010637"/>
            <a:ext cx="8106720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DTUER+CMSY10~25" panose="02000500000000000000"/>
                <a:cs typeface="UDTUER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IAHEMP+CMTI10" panose="02000500000000000000"/>
                <a:cs typeface="IAHEMP+CMTI10" panose="02000500000000000000"/>
              </a:rPr>
              <a:t>Direction.</a:t>
            </a:r>
            <a:r>
              <a:rPr sz="2050" spc="42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0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To</a:t>
            </a:r>
            <a:r>
              <a:rPr sz="2050" spc="3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control,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guide,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otherwise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direct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its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subject</a:t>
            </a:r>
            <a:endParaRPr sz="2050" spc="31">
              <a:solidFill>
                <a:srgbClr val="000000"/>
              </a:solidFill>
              <a:latin typeface="JGHUBV+CMR10" panose="02000500000000000000"/>
              <a:cs typeface="JGHUBV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6706" y="4382495"/>
            <a:ext cx="130819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domain.</a:t>
            </a:r>
            <a:endParaRPr sz="2050">
              <a:solidFill>
                <a:srgbClr val="000000"/>
              </a:solidFill>
              <a:latin typeface="JGHUBV+CMR10" panose="02000500000000000000"/>
              <a:cs typeface="JGHUBV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577" y="4900657"/>
            <a:ext cx="7467930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UDTUER+CMSY10~25" panose="02000500000000000000"/>
                <a:cs typeface="UDTUER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IAHEMP+CMTI10" panose="02000500000000000000"/>
                <a:cs typeface="IAHEMP+CMTI10" panose="02000500000000000000"/>
              </a:rPr>
              <a:t>Manipulation.</a:t>
            </a:r>
            <a:r>
              <a:rPr sz="2050" spc="4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0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To</a:t>
            </a:r>
            <a:r>
              <a:rPr sz="2050" spc="3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create,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change,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1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display,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otherwise</a:t>
            </a:r>
            <a:endParaRPr sz="2050">
              <a:solidFill>
                <a:srgbClr val="000000"/>
              </a:solidFill>
              <a:latin typeface="JGHUBV+CMR10" panose="02000500000000000000"/>
              <a:cs typeface="JGHUBV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6702" y="5272512"/>
            <a:ext cx="628367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manipulate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lexical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items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subject</a:t>
            </a:r>
            <a:r>
              <a:rPr sz="2050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GHUBV+CMR10" panose="02000500000000000000"/>
                <a:cs typeface="JGHUBV+CMR10" panose="02000500000000000000"/>
              </a:rPr>
              <a:t>domain.</a:t>
            </a:r>
            <a:endParaRPr sz="2050">
              <a:solidFill>
                <a:srgbClr val="000000"/>
              </a:solidFill>
              <a:latin typeface="JGHUBV+CMR10" panose="02000500000000000000"/>
              <a:cs typeface="JGHUBV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QIUHCK+CMR7" panose="02000500000000000000"/>
                <a:cs typeface="QIUHCK+CMR7" panose="02000500000000000000"/>
              </a:rPr>
              <a:t>296</a:t>
            </a:r>
            <a:endParaRPr sz="1450">
              <a:solidFill>
                <a:srgbClr val="000000"/>
              </a:solidFill>
              <a:latin typeface="QIUHCK+CMR7" panose="02000500000000000000"/>
              <a:cs typeface="QIUHCK+CMR7" panose="02000500000000000000"/>
            </a:endParaRPr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369105"/>
            <a:ext cx="6739330" cy="1163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22">
                <a:solidFill>
                  <a:srgbClr val="000000"/>
                </a:solidFill>
                <a:latin typeface="EEVHPE+CMBX12~c" panose="02000500000000000000"/>
                <a:cs typeface="EEVHPE+CMBX12~c" panose="02000500000000000000"/>
              </a:rPr>
              <a:t>Typical</a:t>
            </a:r>
            <a:r>
              <a:rPr sz="2500" spc="3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EEVHPE+CMBX12~c" panose="02000500000000000000"/>
                <a:cs typeface="EEVHPE+CMBX12~c" panose="02000500000000000000"/>
              </a:rPr>
              <a:t>structure</a:t>
            </a:r>
            <a:r>
              <a:rPr sz="2500" spc="3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EEVHPE+CMBX12~c" panose="02000500000000000000"/>
                <a:cs typeface="EEVHPE+CMBX12~c" panose="02000500000000000000"/>
              </a:rPr>
              <a:t>in</a:t>
            </a:r>
            <a:r>
              <a:rPr sz="2500" spc="2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5">
                <a:solidFill>
                  <a:srgbClr val="000000"/>
                </a:solidFill>
                <a:latin typeface="EEVHPE+CMBX12~c" panose="02000500000000000000"/>
                <a:cs typeface="EEVHPE+CMBX12~c" panose="02000500000000000000"/>
              </a:rPr>
              <a:t>the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5">
                <a:solidFill>
                  <a:srgbClr val="000000"/>
                </a:solidFill>
                <a:latin typeface="EEVHPE+CMBX12~c" panose="02000500000000000000"/>
                <a:cs typeface="EEVHPE+CMBX12~c" panose="02000500000000000000"/>
              </a:rPr>
              <a:t>context</a:t>
            </a:r>
            <a:r>
              <a:rPr sz="2500" spc="3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EEVHPE+CMBX12~c" panose="02000500000000000000"/>
                <a:cs typeface="EEVHPE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EEVHPE+CMBX12~c" panose="02000500000000000000"/>
                <a:cs typeface="EEVHPE+CMBX12~c" panose="02000500000000000000"/>
              </a:rPr>
              <a:t>an</a:t>
            </a:r>
            <a:endParaRPr sz="2500" spc="-11">
              <a:solidFill>
                <a:srgbClr val="000000"/>
              </a:solidFill>
              <a:latin typeface="EEVHPE+CMBX12~c" panose="02000500000000000000"/>
              <a:cs typeface="EEVHPE+CMBX12~c" panose="02000500000000000000"/>
            </a:endParaRPr>
          </a:p>
          <a:p>
            <a:pPr marL="0" marR="0">
              <a:lnSpc>
                <a:spcPts val="2480"/>
              </a:lnSpc>
              <a:spcBef>
                <a:spcPts val="445"/>
              </a:spcBef>
              <a:spcAft>
                <a:spcPct val="0"/>
              </a:spcAft>
            </a:pPr>
            <a:r>
              <a:rPr sz="2500" spc="-14">
                <a:solidFill>
                  <a:srgbClr val="000000"/>
                </a:solidFill>
                <a:latin typeface="EEVHPE+CMBX12~c" panose="02000500000000000000"/>
                <a:cs typeface="EEVHPE+CMBX12~c" panose="02000500000000000000"/>
              </a:rPr>
              <a:t>information-provision</a:t>
            </a:r>
            <a:r>
              <a:rPr sz="2500" spc="2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EEVHPE+CMBX12~c" panose="02000500000000000000"/>
                <a:cs typeface="EEVHPE+CMBX12~c" panose="02000500000000000000"/>
              </a:rPr>
              <a:t>system</a:t>
            </a:r>
            <a:endParaRPr sz="2500">
              <a:solidFill>
                <a:srgbClr val="000000"/>
              </a:solidFill>
              <a:latin typeface="EEVHPE+CMBX12~c" panose="02000500000000000000"/>
              <a:cs typeface="EEVHPE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96336" y="3573090"/>
            <a:ext cx="914328" cy="598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WGJJV+Helvetica" panose="020B0604020202020204"/>
                <a:cs typeface="TWGJJV+Helvetica" panose="020B0604020202020204"/>
              </a:rPr>
              <a:t>query</a:t>
            </a:r>
            <a:endParaRPr sz="1800">
              <a:solidFill>
                <a:srgbClr val="000000"/>
              </a:solidFill>
              <a:latin typeface="TWGJJV+Helvetica" panose="020B0604020202020204"/>
              <a:cs typeface="TWGJJV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75973" y="3573090"/>
            <a:ext cx="1180690" cy="598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WGJJV+Helvetica" panose="020B0604020202020204"/>
                <a:cs typeface="TWGJJV+Helvetica" panose="020B0604020202020204"/>
              </a:rPr>
              <a:t>stimulus</a:t>
            </a:r>
            <a:endParaRPr sz="1800">
              <a:solidFill>
                <a:srgbClr val="000000"/>
              </a:solidFill>
              <a:latin typeface="TWGJJV+Helvetica" panose="020B0604020202020204"/>
              <a:cs typeface="TWGJJV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66649" y="3732995"/>
            <a:ext cx="838033" cy="11920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WGJJV+Helvetica" panose="020B0604020202020204"/>
                <a:cs typeface="TWGJJV+Helvetica" panose="020B0604020202020204"/>
              </a:rPr>
              <a:t>Con-</a:t>
            </a:r>
            <a:endParaRPr sz="1800">
              <a:solidFill>
                <a:srgbClr val="000000"/>
              </a:solidFill>
              <a:latin typeface="TWGJJV+Helvetica" panose="020B0604020202020204"/>
              <a:cs typeface="TWGJJV+Helvetica" panose="020B0604020202020204"/>
            </a:endParaRPr>
          </a:p>
          <a:p>
            <a:pPr marL="2540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WGJJV+Helvetica" panose="020B0604020202020204"/>
                <a:cs typeface="TWGJJV+Helvetica" panose="020B0604020202020204"/>
              </a:rPr>
              <a:t>nec-</a:t>
            </a:r>
            <a:endParaRPr sz="1800">
              <a:solidFill>
                <a:srgbClr val="000000"/>
              </a:solidFill>
              <a:latin typeface="TWGJJV+Helvetica" panose="020B0604020202020204"/>
              <a:cs typeface="TWGJJV+Helvetica" panose="020B0604020202020204"/>
            </a:endParaRPr>
          </a:p>
          <a:p>
            <a:pPr marL="6350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WGJJV+Helvetica" panose="020B0604020202020204"/>
                <a:cs typeface="TWGJJV+Helvetica" panose="020B0604020202020204"/>
              </a:rPr>
              <a:t>tion</a:t>
            </a:r>
            <a:endParaRPr sz="1800">
              <a:solidFill>
                <a:srgbClr val="000000"/>
              </a:solidFill>
              <a:latin typeface="TWGJJV+Helvetica" panose="020B0604020202020204"/>
              <a:cs typeface="TWGJJV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44252" y="3870067"/>
            <a:ext cx="1485645" cy="14890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WGJJV+Helvetica" panose="020B0604020202020204"/>
                <a:cs typeface="TWGJJV+Helvetica" panose="020B0604020202020204"/>
              </a:rPr>
              <a:t>Information</a:t>
            </a:r>
            <a:endParaRPr sz="1800">
              <a:solidFill>
                <a:srgbClr val="000000"/>
              </a:solidFill>
              <a:latin typeface="TWGJJV+Helvetica" panose="020B0604020202020204"/>
              <a:cs typeface="TWGJJV+Helvetica" panose="020B0604020202020204"/>
            </a:endParaRPr>
          </a:p>
          <a:p>
            <a:pPr marL="11430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WGJJV+Helvetica" panose="020B0604020202020204"/>
                <a:cs typeface="TWGJJV+Helvetica" panose="020B0604020202020204"/>
              </a:rPr>
              <a:t>provision</a:t>
            </a:r>
            <a:endParaRPr sz="1800">
              <a:solidFill>
                <a:srgbClr val="000000"/>
              </a:solidFill>
              <a:latin typeface="TWGJJV+Helvetica" panose="020B0604020202020204"/>
              <a:cs typeface="TWGJJV+Helvetica" panose="020B0604020202020204"/>
            </a:endParaRPr>
          </a:p>
          <a:p>
            <a:pPr marL="17145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WGJJV+Helvetica" panose="020B0604020202020204"/>
                <a:cs typeface="TWGJJV+Helvetica" panose="020B0604020202020204"/>
              </a:rPr>
              <a:t>function</a:t>
            </a:r>
            <a:endParaRPr sz="1800">
              <a:solidFill>
                <a:srgbClr val="000000"/>
              </a:solidFill>
              <a:latin typeface="TWGJJV+Helvetica" panose="020B0604020202020204"/>
              <a:cs typeface="TWGJJV+Helvetica" panose="020B0604020202020204"/>
            </a:endParaRPr>
          </a:p>
          <a:p>
            <a:pPr marL="504825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WGJJV+Helvetica" panose="020B0604020202020204"/>
                <a:cs typeface="TWGJJV+Helvetica" panose="020B0604020202020204"/>
              </a:rPr>
              <a:t>&gt;</a:t>
            </a:r>
            <a:endParaRPr sz="1800">
              <a:solidFill>
                <a:srgbClr val="000000"/>
              </a:solidFill>
              <a:latin typeface="TWGJJV+Helvetica" panose="020B0604020202020204"/>
              <a:cs typeface="TWGJJV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80008" y="3938596"/>
            <a:ext cx="901724" cy="598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WGJJV+Helvetica" panose="020B0604020202020204"/>
                <a:cs typeface="TWGJJV+Helvetica" panose="020B0604020202020204"/>
              </a:rPr>
              <a:t>event</a:t>
            </a:r>
            <a:endParaRPr sz="1800">
              <a:solidFill>
                <a:srgbClr val="000000"/>
              </a:solidFill>
              <a:latin typeface="TWGJJV+Helvetica" panose="020B0604020202020204"/>
              <a:cs typeface="TWGJJV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46529" y="4029972"/>
            <a:ext cx="1104841" cy="8950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WGJJV+Helvetica" panose="020B0604020202020204"/>
                <a:cs typeface="TWGJJV+Helvetica" panose="020B0604020202020204"/>
              </a:rPr>
              <a:t>Subject</a:t>
            </a:r>
            <a:endParaRPr sz="1800">
              <a:solidFill>
                <a:srgbClr val="000000"/>
              </a:solidFill>
              <a:latin typeface="TWGJJV+Helvetica" panose="020B0604020202020204"/>
              <a:cs typeface="TWGJJV+Helvetica" panose="020B0604020202020204"/>
            </a:endParaRPr>
          </a:p>
          <a:p>
            <a:pPr marL="635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WGJJV+Helvetica" panose="020B0604020202020204"/>
                <a:cs typeface="TWGJJV+Helvetica" panose="020B0604020202020204"/>
              </a:rPr>
              <a:t>domain</a:t>
            </a:r>
            <a:endParaRPr sz="1800">
              <a:solidFill>
                <a:srgbClr val="000000"/>
              </a:solidFill>
              <a:latin typeface="TWGJJV+Helvetica" panose="020B0604020202020204"/>
              <a:cs typeface="TWGJJV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90077" y="4167031"/>
            <a:ext cx="825206" cy="598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WGJJV+Helvetica" panose="020B0604020202020204"/>
                <a:cs typeface="TWGJJV+Helvetica" panose="020B0604020202020204"/>
              </a:rPr>
              <a:t>User</a:t>
            </a:r>
            <a:endParaRPr sz="1800">
              <a:solidFill>
                <a:srgbClr val="000000"/>
              </a:solidFill>
              <a:latin typeface="TWGJJV+Helvetica" panose="020B0604020202020204"/>
              <a:cs typeface="TWGJJV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25034" y="4326936"/>
            <a:ext cx="1282639" cy="598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WGJJV+Helvetica" panose="020B0604020202020204"/>
                <a:cs typeface="TWGJJV+Helvetica" panose="020B0604020202020204"/>
              </a:rPr>
              <a:t>response</a:t>
            </a:r>
            <a:endParaRPr sz="1800">
              <a:solidFill>
                <a:srgbClr val="000000"/>
              </a:solidFill>
              <a:latin typeface="TWGJJV+Helvetica" panose="020B0604020202020204"/>
              <a:cs typeface="TWGJJV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39638" y="4623902"/>
            <a:ext cx="1092125" cy="598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WGJJV+Helvetica" panose="020B0604020202020204"/>
                <a:cs typeface="TWGJJV+Helvetica" panose="020B0604020202020204"/>
              </a:rPr>
              <a:t>domain</a:t>
            </a:r>
            <a:endParaRPr sz="1800">
              <a:solidFill>
                <a:srgbClr val="000000"/>
              </a:solidFill>
              <a:latin typeface="TWGJJV+Helvetica" panose="020B0604020202020204"/>
              <a:cs typeface="TWGJJV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04972" y="4760972"/>
            <a:ext cx="1142765" cy="8950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WGJJV+Helvetica" panose="020B0604020202020204"/>
                <a:cs typeface="TWGJJV+Helvetica" panose="020B0604020202020204"/>
              </a:rPr>
              <a:t>answer,</a:t>
            </a:r>
            <a:endParaRPr sz="1800">
              <a:solidFill>
                <a:srgbClr val="000000"/>
              </a:solidFill>
              <a:latin typeface="TWGJJV+Helvetica" panose="020B0604020202020204"/>
              <a:cs typeface="TWGJJV+Helvetica" panose="020B0604020202020204"/>
            </a:endParaRPr>
          </a:p>
          <a:p>
            <a:pPr marL="10160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WGJJV+Helvetica" panose="020B0604020202020204"/>
                <a:cs typeface="TWGJJV+Helvetica" panose="020B0604020202020204"/>
              </a:rPr>
              <a:t>report</a:t>
            </a:r>
            <a:endParaRPr sz="1800">
              <a:solidFill>
                <a:srgbClr val="000000"/>
              </a:solidFill>
              <a:latin typeface="TWGJJV+Helvetica" panose="020B0604020202020204"/>
              <a:cs typeface="TWGJJV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MCRNQC+CMR7" panose="02000500000000000000"/>
                <a:cs typeface="MCRNQC+CMR7" panose="02000500000000000000"/>
              </a:rPr>
              <a:t>297</a:t>
            </a:r>
            <a:endParaRPr sz="1450">
              <a:solidFill>
                <a:srgbClr val="000000"/>
              </a:solidFill>
              <a:latin typeface="MCRNQC+CMR7" panose="02000500000000000000"/>
              <a:cs typeface="MCRNQC+CMR7" panose="02000500000000000000"/>
            </a:endParaRP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643425"/>
            <a:ext cx="8181920" cy="11617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22">
                <a:solidFill>
                  <a:srgbClr val="000000"/>
                </a:solidFill>
                <a:latin typeface="DUQMTU+CMBX12~c" panose="02000500000000000000"/>
                <a:cs typeface="DUQMTU+CMBX12~c" panose="02000500000000000000"/>
              </a:rPr>
              <a:t>Typical</a:t>
            </a:r>
            <a:r>
              <a:rPr sz="2500" spc="3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DUQMTU+CMBX12~c" panose="02000500000000000000"/>
                <a:cs typeface="DUQMTU+CMBX12~c" panose="02000500000000000000"/>
              </a:rPr>
              <a:t>structure</a:t>
            </a:r>
            <a:r>
              <a:rPr sz="2500" spc="3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DUQMTU+CMBX12~c" panose="02000500000000000000"/>
                <a:cs typeface="DUQMTU+CMBX12~c" panose="02000500000000000000"/>
              </a:rPr>
              <a:t>in</a:t>
            </a:r>
            <a:r>
              <a:rPr sz="2500" spc="2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5">
                <a:solidFill>
                  <a:srgbClr val="000000"/>
                </a:solidFill>
                <a:latin typeface="DUQMTU+CMBX12~c" panose="02000500000000000000"/>
                <a:cs typeface="DUQMTU+CMBX12~c" panose="02000500000000000000"/>
              </a:rPr>
              <a:t>the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5">
                <a:solidFill>
                  <a:srgbClr val="000000"/>
                </a:solidFill>
                <a:latin typeface="DUQMTU+CMBX12~c" panose="02000500000000000000"/>
                <a:cs typeface="DUQMTU+CMBX12~c" panose="02000500000000000000"/>
              </a:rPr>
              <a:t>context</a:t>
            </a:r>
            <a:r>
              <a:rPr sz="2500" spc="3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DUQMTU+CMBX12~c" panose="02000500000000000000"/>
                <a:cs typeface="DUQMTU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DUQMTU+CMBX12~c" panose="02000500000000000000"/>
                <a:cs typeface="DUQMTU+CMBX12~c" panose="02000500000000000000"/>
              </a:rPr>
              <a:t>a</a:t>
            </a:r>
            <a:r>
              <a:rPr sz="2500" spc="2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8">
                <a:solidFill>
                  <a:srgbClr val="000000"/>
                </a:solidFill>
                <a:latin typeface="DUQMTU+CMBX12~c" panose="02000500000000000000"/>
                <a:cs typeface="DUQMTU+CMBX12~c" panose="02000500000000000000"/>
              </a:rPr>
              <a:t>directive</a:t>
            </a:r>
            <a:endParaRPr sz="2500" spc="-18">
              <a:solidFill>
                <a:srgbClr val="000000"/>
              </a:solidFill>
              <a:latin typeface="DUQMTU+CMBX12~c" panose="02000500000000000000"/>
              <a:cs typeface="DUQMTU+CMBX12~c" panose="02000500000000000000"/>
            </a:endParaRPr>
          </a:p>
          <a:p>
            <a:pPr marL="0" marR="0">
              <a:lnSpc>
                <a:spcPts val="2480"/>
              </a:lnSpc>
              <a:spcBef>
                <a:spcPts val="435"/>
              </a:spcBef>
              <a:spcAft>
                <a:spcPct val="0"/>
              </a:spcAft>
            </a:pPr>
            <a:r>
              <a:rPr sz="2500">
                <a:solidFill>
                  <a:srgbClr val="000000"/>
                </a:solidFill>
                <a:latin typeface="DUQMTU+CMBX12~c" panose="02000500000000000000"/>
                <a:cs typeface="DUQMTU+CMBX12~c" panose="02000500000000000000"/>
              </a:rPr>
              <a:t>system</a:t>
            </a:r>
            <a:endParaRPr sz="2500">
              <a:solidFill>
                <a:srgbClr val="000000"/>
              </a:solidFill>
              <a:latin typeface="DUQMTU+CMBX12~c" panose="02000500000000000000"/>
              <a:cs typeface="DUQMTU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94109" y="3846724"/>
            <a:ext cx="1180895" cy="5981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MNRJA+Helvetica" panose="020B0604020202020204"/>
                <a:cs typeface="OMNRJA+Helvetica" panose="020B0604020202020204"/>
              </a:rPr>
              <a:t>stimulus</a:t>
            </a:r>
            <a:endParaRPr sz="1800">
              <a:solidFill>
                <a:srgbClr val="000000"/>
              </a:solidFill>
              <a:latin typeface="OMNRJA+Helvetica" panose="020B0604020202020204"/>
              <a:cs typeface="OMNRJA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27595" y="3846724"/>
            <a:ext cx="952624" cy="1169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MNRJA+Helvetica" panose="020B0604020202020204"/>
                <a:cs typeface="OMNRJA+Helvetica" panose="020B0604020202020204"/>
              </a:rPr>
              <a:t>event</a:t>
            </a:r>
            <a:endParaRPr sz="1800">
              <a:solidFill>
                <a:srgbClr val="000000"/>
              </a:solidFill>
              <a:latin typeface="OMNRJA+Helvetica" panose="020B0604020202020204"/>
              <a:cs typeface="OMNRJA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2485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MNRJA+Helvetica" panose="020B0604020202020204"/>
                <a:cs typeface="OMNRJA+Helvetica" panose="020B0604020202020204"/>
              </a:rPr>
              <a:t>action</a:t>
            </a:r>
            <a:endParaRPr sz="1800">
              <a:solidFill>
                <a:srgbClr val="000000"/>
              </a:solidFill>
              <a:latin typeface="OMNRJA+Helvetica" panose="020B0604020202020204"/>
              <a:cs typeface="OMNRJA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12366" y="4052362"/>
            <a:ext cx="1092309" cy="1192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MNRJA+Helvetica" panose="020B0604020202020204"/>
                <a:cs typeface="OMNRJA+Helvetica" panose="020B0604020202020204"/>
              </a:rPr>
              <a:t>Con-</a:t>
            </a:r>
            <a:endParaRPr sz="1800">
              <a:solidFill>
                <a:srgbClr val="000000"/>
              </a:solidFill>
              <a:latin typeface="OMNRJA+Helvetica" panose="020B0604020202020204"/>
              <a:cs typeface="OMNRJA+Helvetica" panose="020B0604020202020204"/>
            </a:endParaRPr>
          </a:p>
          <a:p>
            <a:pPr marL="635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MNRJA+Helvetica" panose="020B0604020202020204"/>
                <a:cs typeface="OMNRJA+Helvetica" panose="020B0604020202020204"/>
              </a:rPr>
              <a:t>nection</a:t>
            </a:r>
            <a:endParaRPr sz="1800">
              <a:solidFill>
                <a:srgbClr val="000000"/>
              </a:solidFill>
              <a:latin typeface="OMNRJA+Helvetica" panose="020B0604020202020204"/>
              <a:cs typeface="OMNRJA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MNRJA+Helvetica" panose="020B0604020202020204"/>
                <a:cs typeface="OMNRJA+Helvetica" panose="020B0604020202020204"/>
              </a:rPr>
              <a:t>domain</a:t>
            </a:r>
            <a:endParaRPr sz="1800">
              <a:solidFill>
                <a:srgbClr val="000000"/>
              </a:solidFill>
              <a:latin typeface="OMNRJA+Helvetica" panose="020B0604020202020204"/>
              <a:cs typeface="OMNRJA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46603" y="4120917"/>
            <a:ext cx="1460375" cy="5981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MNRJA+Helvetica" panose="020B0604020202020204"/>
                <a:cs typeface="OMNRJA+Helvetica" panose="020B0604020202020204"/>
              </a:rPr>
              <a:t>commands</a:t>
            </a:r>
            <a:endParaRPr sz="1800">
              <a:solidFill>
                <a:srgbClr val="000000"/>
              </a:solidFill>
              <a:latin typeface="OMNRJA+Helvetica" panose="020B0604020202020204"/>
              <a:cs typeface="OMNRJA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77377" y="4212306"/>
            <a:ext cx="850873" cy="8952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MNRJA+Helvetica" panose="020B0604020202020204"/>
                <a:cs typeface="OMNRJA+Helvetica" panose="020B0604020202020204"/>
              </a:rPr>
              <a:t>Ope-</a:t>
            </a:r>
            <a:endParaRPr sz="1800">
              <a:solidFill>
                <a:srgbClr val="000000"/>
              </a:solidFill>
              <a:latin typeface="OMNRJA+Helvetica" panose="020B0604020202020204"/>
              <a:cs typeface="OMNRJA+Helvetica" panose="020B0604020202020204"/>
            </a:endParaRPr>
          </a:p>
          <a:p>
            <a:pPr marL="1905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MNRJA+Helvetica" panose="020B0604020202020204"/>
                <a:cs typeface="OMNRJA+Helvetica" panose="020B0604020202020204"/>
              </a:rPr>
              <a:t>rator</a:t>
            </a:r>
            <a:endParaRPr sz="1800">
              <a:solidFill>
                <a:srgbClr val="000000"/>
              </a:solidFill>
              <a:latin typeface="OMNRJA+Helvetica" panose="020B0604020202020204"/>
              <a:cs typeface="OMNRJA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71975" y="4212306"/>
            <a:ext cx="1231658" cy="1192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MNRJA+Helvetica" panose="020B0604020202020204"/>
                <a:cs typeface="OMNRJA+Helvetica" panose="020B0604020202020204"/>
              </a:rPr>
              <a:t>Directive</a:t>
            </a:r>
            <a:endParaRPr sz="1800">
              <a:solidFill>
                <a:srgbClr val="000000"/>
              </a:solidFill>
              <a:latin typeface="OMNRJA+Helvetica" panose="020B0604020202020204"/>
              <a:cs typeface="OMNRJA+Helvetica" panose="020B0604020202020204"/>
            </a:endParaRPr>
          </a:p>
          <a:p>
            <a:pPr marL="4445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MNRJA+Helvetica" panose="020B0604020202020204"/>
                <a:cs typeface="OMNRJA+Helvetica" panose="020B0604020202020204"/>
              </a:rPr>
              <a:t>function</a:t>
            </a:r>
            <a:endParaRPr sz="1800">
              <a:solidFill>
                <a:srgbClr val="000000"/>
              </a:solidFill>
              <a:latin typeface="OMNRJA+Helvetica" panose="020B0604020202020204"/>
              <a:cs typeface="OMNRJA+Helvetica" panose="020B0604020202020204"/>
            </a:endParaRPr>
          </a:p>
          <a:p>
            <a:pPr marL="377825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MNRJA+Helvetica" panose="020B0604020202020204"/>
                <a:cs typeface="OMNRJA+Helvetica" panose="020B0604020202020204"/>
              </a:rPr>
              <a:t>&gt;</a:t>
            </a:r>
            <a:endParaRPr sz="1800">
              <a:solidFill>
                <a:srgbClr val="000000"/>
              </a:solidFill>
              <a:latin typeface="OMNRJA+Helvetica" panose="020B0604020202020204"/>
              <a:cs typeface="OMNRJA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33918" y="4212306"/>
            <a:ext cx="1105027" cy="8952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MNRJA+Helvetica" panose="020B0604020202020204"/>
                <a:cs typeface="OMNRJA+Helvetica" panose="020B0604020202020204"/>
              </a:rPr>
              <a:t>Subject</a:t>
            </a:r>
            <a:endParaRPr sz="1800">
              <a:solidFill>
                <a:srgbClr val="000000"/>
              </a:solidFill>
              <a:latin typeface="OMNRJA+Helvetica" panose="020B0604020202020204"/>
              <a:cs typeface="OMNRJA+Helvetica" panose="020B0604020202020204"/>
            </a:endParaRPr>
          </a:p>
          <a:p>
            <a:pPr marL="635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MNRJA+Helvetica" panose="020B0604020202020204"/>
                <a:cs typeface="OMNRJA+Helvetica" panose="020B0604020202020204"/>
              </a:rPr>
              <a:t>domain</a:t>
            </a:r>
            <a:endParaRPr sz="1800">
              <a:solidFill>
                <a:srgbClr val="000000"/>
              </a:solidFill>
              <a:latin typeface="OMNRJA+Helvetica" panose="020B0604020202020204"/>
              <a:cs typeface="OMNRJA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43157" y="4417958"/>
            <a:ext cx="1282869" cy="5981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MNRJA+Helvetica" panose="020B0604020202020204"/>
                <a:cs typeface="OMNRJA+Helvetica" panose="020B0604020202020204"/>
              </a:rPr>
              <a:t>response</a:t>
            </a:r>
            <a:endParaRPr sz="1800">
              <a:solidFill>
                <a:srgbClr val="000000"/>
              </a:solidFill>
              <a:latin typeface="OMNRJA+Helvetica" panose="020B0604020202020204"/>
              <a:cs typeface="OMNRJA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OSUOOE+CMR7" panose="02000500000000000000"/>
                <a:cs typeface="OSUOOE+CMR7" panose="02000500000000000000"/>
              </a:rPr>
              <a:t>298</a:t>
            </a:r>
            <a:endParaRPr sz="1450">
              <a:solidFill>
                <a:srgbClr val="000000"/>
              </a:solidFill>
              <a:latin typeface="OSUOOE+CMR7" panose="02000500000000000000"/>
              <a:cs typeface="OSUOOE+CMR7" panose="02000500000000000000"/>
            </a:endParaRPr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128313"/>
            <a:ext cx="8932839" cy="1163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22">
                <a:solidFill>
                  <a:srgbClr val="000000"/>
                </a:solidFill>
                <a:latin typeface="CCKPQB+CMBX12~c" panose="02000500000000000000"/>
                <a:cs typeface="CCKPQB+CMBX12~c" panose="02000500000000000000"/>
              </a:rPr>
              <a:t>Typical</a:t>
            </a:r>
            <a:r>
              <a:rPr sz="2500" spc="2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CCKPQB+CMBX12~c" panose="02000500000000000000"/>
                <a:cs typeface="CCKPQB+CMBX12~c" panose="02000500000000000000"/>
              </a:rPr>
              <a:t>structure</a:t>
            </a:r>
            <a:r>
              <a:rPr sz="2500" spc="3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CCKPQB+CMBX12~c" panose="02000500000000000000"/>
                <a:cs typeface="CCKPQB+CMBX12~c" panose="02000500000000000000"/>
              </a:rPr>
              <a:t>in</a:t>
            </a:r>
            <a:r>
              <a:rPr sz="2500" spc="2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5">
                <a:solidFill>
                  <a:srgbClr val="000000"/>
                </a:solidFill>
                <a:latin typeface="CCKPQB+CMBX12~c" panose="02000500000000000000"/>
                <a:cs typeface="CCKPQB+CMBX12~c" panose="02000500000000000000"/>
              </a:rPr>
              <a:t>the</a:t>
            </a:r>
            <a:r>
              <a:rPr sz="2500" spc="3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5">
                <a:solidFill>
                  <a:srgbClr val="000000"/>
                </a:solidFill>
                <a:latin typeface="CCKPQB+CMBX12~c" panose="02000500000000000000"/>
                <a:cs typeface="CCKPQB+CMBX12~c" panose="02000500000000000000"/>
              </a:rPr>
              <a:t>context</a:t>
            </a:r>
            <a:r>
              <a:rPr sz="2500" spc="3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CCKPQB+CMBX12~c" panose="02000500000000000000"/>
                <a:cs typeface="CCKPQB+CMBX12~c" panose="02000500000000000000"/>
              </a:rPr>
              <a:t>of</a:t>
            </a:r>
            <a:r>
              <a:rPr sz="2500" spc="2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CCKPQB+CMBX12~c" panose="02000500000000000000"/>
                <a:cs typeface="CCKPQB+CMBX12~c" panose="02000500000000000000"/>
              </a:rPr>
              <a:t>a</a:t>
            </a:r>
            <a:r>
              <a:rPr sz="2500" spc="2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7">
                <a:solidFill>
                  <a:srgbClr val="000000"/>
                </a:solidFill>
                <a:latin typeface="CCKPQB+CMBX12~c" panose="02000500000000000000"/>
                <a:cs typeface="CCKPQB+CMBX12~c" panose="02000500000000000000"/>
              </a:rPr>
              <a:t>manipulative</a:t>
            </a:r>
            <a:endParaRPr sz="2500" spc="-17">
              <a:solidFill>
                <a:srgbClr val="000000"/>
              </a:solidFill>
              <a:latin typeface="CCKPQB+CMBX12~c" panose="02000500000000000000"/>
              <a:cs typeface="CCKPQB+CMBX12~c" panose="02000500000000000000"/>
            </a:endParaRPr>
          </a:p>
          <a:p>
            <a:pPr marL="0" marR="0">
              <a:lnSpc>
                <a:spcPts val="2480"/>
              </a:lnSpc>
              <a:spcBef>
                <a:spcPts val="445"/>
              </a:spcBef>
              <a:spcAft>
                <a:spcPct val="0"/>
              </a:spcAft>
            </a:pPr>
            <a:r>
              <a:rPr sz="2500">
                <a:solidFill>
                  <a:srgbClr val="000000"/>
                </a:solidFill>
                <a:latin typeface="CCKPQB+CMBX12~c" panose="02000500000000000000"/>
                <a:cs typeface="CCKPQB+CMBX12~c" panose="02000500000000000000"/>
              </a:rPr>
              <a:t>system</a:t>
            </a:r>
            <a:endParaRPr sz="2500">
              <a:solidFill>
                <a:srgbClr val="000000"/>
              </a:solidFill>
              <a:latin typeface="CCKPQB+CMBX12~c" panose="02000500000000000000"/>
              <a:cs typeface="CCKPQB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06540" y="3202186"/>
            <a:ext cx="3151931" cy="76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5923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endParaRPr sz="1800" dirty="0">
              <a:solidFill>
                <a:srgbClr val="000000"/>
              </a:solidFill>
              <a:latin typeface="QOFLMR+Helvetica" panose="020B0604020202020204"/>
              <a:cs typeface="QOFLMR+Helvetica" panose="020B0604020202020204"/>
            </a:endParaRPr>
          </a:p>
          <a:p>
            <a:pPr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 smtClean="0">
                <a:solidFill>
                  <a:srgbClr val="000000"/>
                </a:solidFill>
                <a:latin typeface="QOFLMR+Helvetica" panose="020B0604020202020204"/>
                <a:cs typeface="QOFLMR+Helvetica" panose="020B0604020202020204"/>
              </a:rPr>
              <a:t>C</a:t>
            </a:r>
            <a:r>
              <a:rPr sz="1800" dirty="0" smtClean="0">
                <a:solidFill>
                  <a:srgbClr val="000000"/>
                </a:solidFill>
                <a:latin typeface="QOFLMR+Helvetica" panose="020B0604020202020204"/>
                <a:cs typeface="QOFLMR+Helvetica" panose="020B0604020202020204"/>
              </a:rPr>
              <a:t>ommand</a:t>
            </a:r>
            <a:r>
              <a:rPr lang="en-US" sz="1800" dirty="0" smtClean="0">
                <a:solidFill>
                  <a:srgbClr val="000000"/>
                </a:solidFill>
                <a:latin typeface="QOFLMR+Helvetica" panose="020B0604020202020204"/>
                <a:cs typeface="QOFLMR+Helvetica" panose="020B0604020202020204"/>
              </a:rPr>
              <a:t>       </a:t>
            </a:r>
            <a:r>
              <a:rPr lang="en-US" altLang="zh-CN" sz="1800" dirty="0" smtClean="0">
                <a:solidFill>
                  <a:srgbClr val="000000"/>
                </a:solidFill>
                <a:latin typeface="QOFLMR+Helvetica" panose="020B0604020202020204"/>
                <a:cs typeface="QOFLMR+Helvetica" panose="020B0604020202020204"/>
              </a:rPr>
              <a:t>Manipulative</a:t>
            </a:r>
            <a:endParaRPr lang="en-US" altLang="zh-CN" sz="1800" dirty="0" smtClean="0">
              <a:solidFill>
                <a:srgbClr val="000000"/>
              </a:solidFill>
              <a:latin typeface="QOFLMR+Helvetica" panose="020B0604020202020204"/>
              <a:cs typeface="QOFLMR+Helvetica" panose="020B0604020202020204"/>
            </a:endParaRPr>
          </a:p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endParaRPr sz="1800" dirty="0">
              <a:solidFill>
                <a:srgbClr val="000000"/>
              </a:solidFill>
              <a:latin typeface="QOFLMR+Helvetica" panose="020B0604020202020204"/>
              <a:cs typeface="QOFLMR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76893" y="3698714"/>
            <a:ext cx="1142753" cy="894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QOFLMR+Helvetica" panose="020B0604020202020204"/>
                <a:cs typeface="QOFLMR+Helvetica" panose="020B0604020202020204"/>
              </a:rPr>
              <a:t>function</a:t>
            </a:r>
            <a:endParaRPr sz="1800">
              <a:solidFill>
                <a:srgbClr val="000000"/>
              </a:solidFill>
              <a:latin typeface="QOFLMR+Helvetica" panose="020B0604020202020204"/>
              <a:cs typeface="QOFLMR+Helvetica" panose="020B0604020202020204"/>
            </a:endParaRPr>
          </a:p>
          <a:p>
            <a:pPr marL="333375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QOFLMR+Helvetica" panose="020B0604020202020204"/>
                <a:cs typeface="QOFLMR+Helvetica" panose="020B0604020202020204"/>
              </a:rPr>
              <a:t>&gt;</a:t>
            </a:r>
            <a:endParaRPr sz="1800">
              <a:solidFill>
                <a:srgbClr val="000000"/>
              </a:solidFill>
              <a:latin typeface="QOFLMR+Helvetica" panose="020B0604020202020204"/>
              <a:cs typeface="QOFLMR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09467" y="4269644"/>
            <a:ext cx="825064" cy="598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QOFLMR+Helvetica" panose="020B0604020202020204"/>
                <a:cs typeface="QOFLMR+Helvetica" panose="020B0604020202020204"/>
              </a:rPr>
              <a:t>User</a:t>
            </a:r>
            <a:endParaRPr sz="1800">
              <a:solidFill>
                <a:srgbClr val="000000"/>
              </a:solidFill>
              <a:latin typeface="QOFLMR+Helvetica" panose="020B0604020202020204"/>
              <a:cs typeface="QOFLMR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15031" y="4429499"/>
            <a:ext cx="1066481" cy="894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QOFLMR+Helvetica" panose="020B0604020202020204"/>
                <a:cs typeface="QOFLMR+Helvetica" panose="020B0604020202020204"/>
              </a:rPr>
              <a:t>Lexical</a:t>
            </a:r>
            <a:endParaRPr sz="1800">
              <a:solidFill>
                <a:srgbClr val="000000"/>
              </a:solidFill>
              <a:latin typeface="QOFLMR+Helvetica" panose="020B0604020202020204"/>
              <a:cs typeface="QOFLMR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QOFLMR+Helvetica" panose="020B0604020202020204"/>
                <a:cs typeface="QOFLMR+Helvetica" panose="020B0604020202020204"/>
              </a:rPr>
              <a:t>subject</a:t>
            </a:r>
            <a:endParaRPr sz="1800">
              <a:solidFill>
                <a:srgbClr val="000000"/>
              </a:solidFill>
              <a:latin typeface="QOFLMR+Helvetica" panose="020B0604020202020204"/>
              <a:cs typeface="QOFLMR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14825" y="4635036"/>
            <a:ext cx="1269761" cy="598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QOFLMR+Helvetica" panose="020B0604020202020204"/>
                <a:cs typeface="QOFLMR+Helvetica" panose="020B0604020202020204"/>
              </a:rPr>
              <a:t>feedback</a:t>
            </a:r>
            <a:endParaRPr sz="1800">
              <a:solidFill>
                <a:srgbClr val="000000"/>
              </a:solidFill>
              <a:latin typeface="QOFLMR+Helvetica" panose="020B0604020202020204"/>
              <a:cs typeface="QOFLMR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02357" y="5023261"/>
            <a:ext cx="1091905" cy="598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QOFLMR+Helvetica" panose="020B0604020202020204"/>
                <a:cs typeface="QOFLMR+Helvetica" panose="020B0604020202020204"/>
              </a:rPr>
              <a:t>domain</a:t>
            </a:r>
            <a:endParaRPr sz="1800">
              <a:solidFill>
                <a:srgbClr val="000000"/>
              </a:solidFill>
              <a:latin typeface="QOFLMR+Helvetica" panose="020B0604020202020204"/>
              <a:cs typeface="QOFLMR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BHTDSD+CMR7" panose="02000500000000000000"/>
                <a:cs typeface="BHTDSD+CMR7" panose="02000500000000000000"/>
              </a:rPr>
              <a:t>299</a:t>
            </a:r>
            <a:endParaRPr sz="1450">
              <a:solidFill>
                <a:srgbClr val="000000"/>
              </a:solidFill>
              <a:latin typeface="BHTDSD+CMR7" panose="02000500000000000000"/>
              <a:cs typeface="BHTDSD+CMR7" panose="02000500000000000000"/>
            </a:endParaRPr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860089"/>
            <a:ext cx="2342480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4">
                <a:solidFill>
                  <a:srgbClr val="000000"/>
                </a:solidFill>
                <a:latin typeface="VKCRHO+CMBX12~c" panose="02000500000000000000"/>
                <a:cs typeface="VKCRHO+CMBX12~c" panose="02000500000000000000"/>
              </a:rPr>
              <a:t>Main</a:t>
            </a:r>
            <a:r>
              <a:rPr sz="2500" spc="3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VKCRHO+CMBX12~c" panose="02000500000000000000"/>
                <a:cs typeface="VKCRHO+CMBX12~c" panose="02000500000000000000"/>
              </a:rPr>
              <a:t>points</a:t>
            </a:r>
            <a:endParaRPr sz="2500" spc="-12">
              <a:solidFill>
                <a:srgbClr val="000000"/>
              </a:solidFill>
              <a:latin typeface="VKCRHO+CMBX12~c" panose="02000500000000000000"/>
              <a:cs typeface="VKCRHO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71" y="2360141"/>
            <a:ext cx="8115769" cy="141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QVASB+CMSY10~25" panose="02000500000000000000"/>
                <a:cs typeface="BQVAS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Context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modeled,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designed.</a:t>
            </a:r>
            <a:endParaRPr sz="2050" spc="11">
              <a:solidFill>
                <a:srgbClr val="000000"/>
              </a:solidFill>
              <a:latin typeface="TWIRRL+CMR10" panose="02000500000000000000"/>
              <a:cs typeface="TWIRRL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QVASB+CMSY10~25" panose="02000500000000000000"/>
                <a:cs typeface="BQVAS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System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boundary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determined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desired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services.</a:t>
            </a:r>
            <a:endParaRPr sz="2050">
              <a:solidFill>
                <a:srgbClr val="000000"/>
              </a:solidFill>
              <a:latin typeface="TWIRRL+CMR10" panose="02000500000000000000"/>
              <a:cs typeface="TWIRRL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56" y="3396466"/>
            <a:ext cx="865009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QVASB+CMSY10~25" panose="02000500000000000000"/>
                <a:cs typeface="BQVAS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5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Trade-oﬀ</a:t>
            </a:r>
            <a:r>
              <a:rPr sz="2050" spc="2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between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functionality</a:t>
            </a:r>
            <a:r>
              <a:rPr sz="20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system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and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functionality</a:t>
            </a:r>
            <a:endParaRPr sz="2050">
              <a:solidFill>
                <a:srgbClr val="000000"/>
              </a:solidFill>
              <a:latin typeface="TWIRRL+CMR10" panose="02000500000000000000"/>
              <a:cs typeface="TWIRRL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692" y="3768321"/>
            <a:ext cx="2642356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environment.</a:t>
            </a:r>
            <a:endParaRPr sz="2050">
              <a:solidFill>
                <a:srgbClr val="000000"/>
              </a:solidFill>
              <a:latin typeface="TWIRRL+CMR10" panose="02000500000000000000"/>
              <a:cs typeface="TWIRRL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564" y="4286483"/>
            <a:ext cx="8114979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QVASB+CMSY10~25" panose="02000500000000000000"/>
                <a:cs typeface="BQVAS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Context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ends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where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relevant</a:t>
            </a:r>
            <a:r>
              <a:rPr sz="20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eﬀects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relevant</a:t>
            </a:r>
            <a:r>
              <a:rPr sz="20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information</a:t>
            </a:r>
            <a:endParaRPr sz="2050">
              <a:solidFill>
                <a:srgbClr val="000000"/>
              </a:solidFill>
              <a:latin typeface="TWIRRL+CMR10" panose="02000500000000000000"/>
              <a:cs typeface="TWIRRL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6695" y="4658341"/>
            <a:ext cx="97623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2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ends.</a:t>
            </a:r>
            <a:endParaRPr sz="2050" spc="12">
              <a:solidFill>
                <a:srgbClr val="000000"/>
              </a:solidFill>
              <a:latin typeface="TWIRRL+CMR10" panose="02000500000000000000"/>
              <a:cs typeface="TWIRRL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566" y="5176503"/>
            <a:ext cx="7930833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QVASB+CMSY10~25" panose="02000500000000000000"/>
                <a:cs typeface="BQVASB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Context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1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models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have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typical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structures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that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depend</a:t>
            </a:r>
            <a:r>
              <a:rPr sz="2050" spc="12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upon</a:t>
            </a:r>
            <a:endParaRPr sz="2050" spc="31">
              <a:solidFill>
                <a:srgbClr val="000000"/>
              </a:solidFill>
              <a:latin typeface="TWIRRL+CMR10" panose="02000500000000000000"/>
              <a:cs typeface="TWIRRL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6699" y="5548360"/>
            <a:ext cx="371634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typical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WIRRL+CMR10" panose="02000500000000000000"/>
                <a:cs typeface="TWIRRL+CMR10" panose="02000500000000000000"/>
              </a:rPr>
              <a:t>functionality.</a:t>
            </a:r>
            <a:endParaRPr sz="2050">
              <a:solidFill>
                <a:srgbClr val="000000"/>
              </a:solidFill>
              <a:latin typeface="TWIRRL+CMR10" panose="02000500000000000000"/>
              <a:cs typeface="TWIRRL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73497" y="7228486"/>
            <a:ext cx="59088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PFDTLR+CMR7" panose="02000500000000000000"/>
                <a:cs typeface="PFDTLR+CMR7" panose="02000500000000000000"/>
              </a:rPr>
              <a:t>300</a:t>
            </a:r>
            <a:endParaRPr sz="1450">
              <a:solidFill>
                <a:srgbClr val="000000"/>
              </a:solidFill>
              <a:latin typeface="PFDTLR+CMR7" panose="02000500000000000000"/>
              <a:cs typeface="PFDTLR+CMR7" panose="02000500000000000000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AS_NET" val="4.0.30319.42000"/>
  <p:tag name="AS_OS" val="Microsoft Windows NT 6.1.7601 Service Pack 1"/>
  <p:tag name="AS_RELEASE_DATE" val="2017.08.21"/>
  <p:tag name="AS_TITLE" val="Aspose.Slides for .NET 2.0"/>
  <p:tag name="AS_VERSION" val="17.8"/>
</p:tagLst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19058</Words>
  <Application>WPS 演示</Application>
  <PresentationFormat>自定义</PresentationFormat>
  <Paragraphs>1796</Paragraphs>
  <Slides>64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309</vt:i4>
      </vt:variant>
      <vt:variant>
        <vt:lpstr>主题</vt:lpstr>
      </vt:variant>
      <vt:variant>
        <vt:i4>64</vt:i4>
      </vt:variant>
      <vt:variant>
        <vt:lpstr>幻灯片标题</vt:lpstr>
      </vt:variant>
      <vt:variant>
        <vt:i4>64</vt:i4>
      </vt:variant>
    </vt:vector>
  </HeadingPairs>
  <TitlesOfParts>
    <vt:vector size="437" baseType="lpstr">
      <vt:lpstr>Arial</vt:lpstr>
      <vt:lpstr>宋体</vt:lpstr>
      <vt:lpstr>Wingdings</vt:lpstr>
      <vt:lpstr>LFEVQI+CMBX12</vt:lpstr>
      <vt:lpstr>Times New Roman</vt:lpstr>
      <vt:lpstr>CGDCWJ+CMBX12~c</vt:lpstr>
      <vt:lpstr>AKCTOU+CMSY10</vt:lpstr>
      <vt:lpstr>NVKCUG+CMR7</vt:lpstr>
      <vt:lpstr>PITSQT+CMR10</vt:lpstr>
      <vt:lpstr>BFUIBT+CMR7</vt:lpstr>
      <vt:lpstr>NOQEBU+CMBX12</vt:lpstr>
      <vt:lpstr>MGOGON+CMBX12~c</vt:lpstr>
      <vt:lpstr>EINOIT+Helvetica</vt:lpstr>
      <vt:lpstr>LUSHAS+CMR7</vt:lpstr>
      <vt:lpstr>AIWQKC+CMBX12~c</vt:lpstr>
      <vt:lpstr>WMUUOV+CMBX10</vt:lpstr>
      <vt:lpstr>ULUQEB+CMSY10~25</vt:lpstr>
      <vt:lpstr>LCRFJO+CMR10</vt:lpstr>
      <vt:lpstr>MGBFTV+CMR7</vt:lpstr>
      <vt:lpstr>ETCEVT+CMBX12~c</vt:lpstr>
      <vt:lpstr>GPCPVD+CMBX10</vt:lpstr>
      <vt:lpstr>WUSNIB+Helvetica</vt:lpstr>
      <vt:lpstr>JOGWVL+CMSY10~25</vt:lpstr>
      <vt:lpstr>IQUKMI+CMR10</vt:lpstr>
      <vt:lpstr>UGMHFF+CMR7</vt:lpstr>
      <vt:lpstr>CUHMWC+CMBX12~c</vt:lpstr>
      <vt:lpstr>LGUOLJ+CMBX10</vt:lpstr>
      <vt:lpstr>HKGUGF+Helvetica</vt:lpstr>
      <vt:lpstr>TLTICP+CMR7</vt:lpstr>
      <vt:lpstr>KWASBU+CMBX12~c</vt:lpstr>
      <vt:lpstr>ALIOTW+CMBX10</vt:lpstr>
      <vt:lpstr>OSNGJN+Helvetica</vt:lpstr>
      <vt:lpstr>DGHILQ+CMR10</vt:lpstr>
      <vt:lpstr>ISIKFU+CMR7</vt:lpstr>
      <vt:lpstr>QUPSQV+CMBX12~c</vt:lpstr>
      <vt:lpstr>FLKFHR+Helvetica</vt:lpstr>
      <vt:lpstr>BDEKJS+CMSY10~25</vt:lpstr>
      <vt:lpstr>FJAMLR+CMR10</vt:lpstr>
      <vt:lpstr>QIURWK+CMR7</vt:lpstr>
      <vt:lpstr>IABHCD+CMBX12~c</vt:lpstr>
      <vt:lpstr>VCNGEB+CMSY10~25</vt:lpstr>
      <vt:lpstr>LOVJHQ+CMR10</vt:lpstr>
      <vt:lpstr>PRFINC+CMR7</vt:lpstr>
      <vt:lpstr>TJFLHR+CMBX10</vt:lpstr>
      <vt:lpstr>VDNSDV+CMSY10~25</vt:lpstr>
      <vt:lpstr>TNDBDK+CMR10</vt:lpstr>
      <vt:lpstr>HDGWUI+CMR7</vt:lpstr>
      <vt:lpstr>微软雅黑</vt:lpstr>
      <vt:lpstr>Arial Unicode MS</vt:lpstr>
      <vt:lpstr>Calibri</vt:lpstr>
      <vt:lpstr>BTNRFN+CMBX12~c</vt:lpstr>
      <vt:lpstr>CFGUUD+CMSY10~25</vt:lpstr>
      <vt:lpstr>JPFRVU+CMR10</vt:lpstr>
      <vt:lpstr>ADOBAN+CMR7</vt:lpstr>
      <vt:lpstr>BHFKCI+CMBX12~c</vt:lpstr>
      <vt:lpstr>IRRUEG+Helvetica</vt:lpstr>
      <vt:lpstr>WVOFHJ+CMR7</vt:lpstr>
      <vt:lpstr>BDPBBV+CMBX12~c</vt:lpstr>
      <vt:lpstr>LPEHRQ+CMSY10~25</vt:lpstr>
      <vt:lpstr>FJPEGF+CMR10</vt:lpstr>
      <vt:lpstr>HBONTF+CMR7</vt:lpstr>
      <vt:lpstr>LFKWDB+CMBX12~c</vt:lpstr>
      <vt:lpstr>EMPDRO+Helvetica</vt:lpstr>
      <vt:lpstr>ALFUGC+CMR7</vt:lpstr>
      <vt:lpstr>DRQNIA+CMBX12~c</vt:lpstr>
      <vt:lpstr>TQFRJO+CMSSBX10~511</vt:lpstr>
      <vt:lpstr>JRISLD+Helvetica</vt:lpstr>
      <vt:lpstr>FSDBRR+CMR7</vt:lpstr>
      <vt:lpstr>COIFIL+CMBX12~c</vt:lpstr>
      <vt:lpstr>PGKOBL+CMSY10~25</vt:lpstr>
      <vt:lpstr>KHNWLA+CMR10</vt:lpstr>
      <vt:lpstr>MUJDNG+CMR7</vt:lpstr>
      <vt:lpstr>IDHGTU+CMBX12~c</vt:lpstr>
      <vt:lpstr>MAWLGW+Helvetica</vt:lpstr>
      <vt:lpstr>HPSJOT+CMR7</vt:lpstr>
      <vt:lpstr>BJRGMK+CMBX12~c</vt:lpstr>
      <vt:lpstr>VKLOOG+Helvetica</vt:lpstr>
      <vt:lpstr>NTUNIS+CMR7</vt:lpstr>
      <vt:lpstr>PECRAA+CMBX12~c</vt:lpstr>
      <vt:lpstr>NRBGVN+Helvetica</vt:lpstr>
      <vt:lpstr>LPAFNL+CMR10</vt:lpstr>
      <vt:lpstr>WNPPFW+CMR7</vt:lpstr>
      <vt:lpstr>IQRGWO+CMBX12~c</vt:lpstr>
      <vt:lpstr>DFSQQC+Helvetica-Bold</vt:lpstr>
      <vt:lpstr>WPIWRE+Helvetica</vt:lpstr>
      <vt:lpstr>SRGKIP+CMR7</vt:lpstr>
      <vt:lpstr>JPTEDK+CMBX12~c</vt:lpstr>
      <vt:lpstr>HWNNHW+Helvetica</vt:lpstr>
      <vt:lpstr>RSJCQV+CMSY10~25</vt:lpstr>
      <vt:lpstr>QMGFTI+CMR10</vt:lpstr>
      <vt:lpstr>UNOPTE+CMR7</vt:lpstr>
      <vt:lpstr>MSPLFP+CMBX12~c</vt:lpstr>
      <vt:lpstr>FSJWKW+CMR10</vt:lpstr>
      <vt:lpstr>MEFBGC+CMBX10</vt:lpstr>
      <vt:lpstr>UATDAM+CMSY10~25</vt:lpstr>
      <vt:lpstr>SPGATA+Helvetica</vt:lpstr>
      <vt:lpstr>DWVTMS+CMTI10</vt:lpstr>
      <vt:lpstr>GVQKLC+CMR7</vt:lpstr>
      <vt:lpstr>GIBTIG+CMBX12~c</vt:lpstr>
      <vt:lpstr>LCGBNQ+CMR10</vt:lpstr>
      <vt:lpstr>WCIEPS+Helvetica</vt:lpstr>
      <vt:lpstr>MPDAWT+CMSY10~25</vt:lpstr>
      <vt:lpstr>ICIAFC+CMR7</vt:lpstr>
      <vt:lpstr>HIWGKB+CMBX12~c</vt:lpstr>
      <vt:lpstr>MGJGGW+Helvetica</vt:lpstr>
      <vt:lpstr>KULQOC+CMSY10~25</vt:lpstr>
      <vt:lpstr>BSEKWS+CMBX10</vt:lpstr>
      <vt:lpstr>EAVCOW+CMR10</vt:lpstr>
      <vt:lpstr>OSPNSG+CMTI10</vt:lpstr>
      <vt:lpstr>JKCRUN+CMSS10</vt:lpstr>
      <vt:lpstr>PARWBB+CMR7</vt:lpstr>
      <vt:lpstr>GDCKFG+CMBX12~c</vt:lpstr>
      <vt:lpstr>AODPBS+CMSSBX10</vt:lpstr>
      <vt:lpstr>TADAIF+CMSY10~25</vt:lpstr>
      <vt:lpstr>OPJTSV+CMSS10</vt:lpstr>
      <vt:lpstr>TELTEO+CMBX10</vt:lpstr>
      <vt:lpstr>HHKEPM+CMMI10</vt:lpstr>
      <vt:lpstr>NIOIUL+CMR10</vt:lpstr>
      <vt:lpstr>EBHJPG+CMR7</vt:lpstr>
      <vt:lpstr>TAMWWL+CMBX12~c</vt:lpstr>
      <vt:lpstr>KJKCHP+CMSSBX10~2a4</vt:lpstr>
      <vt:lpstr>GHLJLR+CMSY9</vt:lpstr>
      <vt:lpstr>VPQWDK+CMSS9</vt:lpstr>
      <vt:lpstr>AQEHKL+CMBX9</vt:lpstr>
      <vt:lpstr>HARARM+CMSY10~25</vt:lpstr>
      <vt:lpstr>VWVOPF+CMR10</vt:lpstr>
      <vt:lpstr>QIVJMU+CMR7</vt:lpstr>
      <vt:lpstr>SSORGW+CMBX12~c</vt:lpstr>
      <vt:lpstr>IMQNQT+Helvetica</vt:lpstr>
      <vt:lpstr>SJMBIK+Helvetica-Bold</vt:lpstr>
      <vt:lpstr>TIKWMW+CMSY10~25</vt:lpstr>
      <vt:lpstr>BAHTTJ+CMR10</vt:lpstr>
      <vt:lpstr>OKDRIN+CMR7</vt:lpstr>
      <vt:lpstr>PUWKWW+CMBX12~c</vt:lpstr>
      <vt:lpstr>AABRLT+CMR10</vt:lpstr>
      <vt:lpstr>TDCUWA+CMSY10~25</vt:lpstr>
      <vt:lpstr>LGHJBS+CMR7</vt:lpstr>
      <vt:lpstr>RUEOBB+CMBX12~c</vt:lpstr>
      <vt:lpstr>TCLOCI+CMSY10~25</vt:lpstr>
      <vt:lpstr>DLHQTQ+CMR10</vt:lpstr>
      <vt:lpstr>NGCLGM+CMR7</vt:lpstr>
      <vt:lpstr>GGPWDH+CMBX12~c</vt:lpstr>
      <vt:lpstr>AJTLWG+Helvetica</vt:lpstr>
      <vt:lpstr>GAVSDP+CMSY10~25</vt:lpstr>
      <vt:lpstr>RAKGQP+CMR10</vt:lpstr>
      <vt:lpstr>BKCROA+CMR7</vt:lpstr>
      <vt:lpstr>VMRWCD+CMBX12~c</vt:lpstr>
      <vt:lpstr>MHJSVO+Helvetica</vt:lpstr>
      <vt:lpstr>OONVAJ+Helvetica-Bold</vt:lpstr>
      <vt:lpstr>DMRTIF+CMR7</vt:lpstr>
      <vt:lpstr>UERAMF+CMBX12~c</vt:lpstr>
      <vt:lpstr>NEHUMP+Helvetica</vt:lpstr>
      <vt:lpstr>ASSWUK+Helvetica-Bold</vt:lpstr>
      <vt:lpstr>KBODSG+CMR7</vt:lpstr>
      <vt:lpstr>RTLRFS+CMBX12~c</vt:lpstr>
      <vt:lpstr>AKRQKG+CMTI10</vt:lpstr>
      <vt:lpstr>SQFJJP+CMR10</vt:lpstr>
      <vt:lpstr>GVQVDV+CMSY10~25</vt:lpstr>
      <vt:lpstr>WDGELO+CMBX10</vt:lpstr>
      <vt:lpstr>HSKVQS+CMR7</vt:lpstr>
      <vt:lpstr>MHRBBH+CMBX12~c</vt:lpstr>
      <vt:lpstr>HKWFPS+CMR10</vt:lpstr>
      <vt:lpstr>HJETOC+CMSY10~25</vt:lpstr>
      <vt:lpstr>LNMNCB+CMBX10</vt:lpstr>
      <vt:lpstr>KNNVHE+CMR7</vt:lpstr>
      <vt:lpstr>JBSWDU+CMBX12~c</vt:lpstr>
      <vt:lpstr>QMWVDR+CMR10</vt:lpstr>
      <vt:lpstr>PUHNAO+CMSY10~25</vt:lpstr>
      <vt:lpstr>LDGQMR+Helvetica</vt:lpstr>
      <vt:lpstr>EBQQSR+Helvetica-Bold</vt:lpstr>
      <vt:lpstr>ESPOAF+CMSS10</vt:lpstr>
      <vt:lpstr>DENLEJ+CMR7</vt:lpstr>
      <vt:lpstr>IWSCBF+CMBX12~c</vt:lpstr>
      <vt:lpstr>JGTHPL+Helvetica</vt:lpstr>
      <vt:lpstr>UARURD+Helvetica-Bold</vt:lpstr>
      <vt:lpstr>NAMCMS+CMSY10~25</vt:lpstr>
      <vt:lpstr>BULNBP+CMSS10</vt:lpstr>
      <vt:lpstr>KEJWLL+CMR10</vt:lpstr>
      <vt:lpstr>BMFTRE+CMR7</vt:lpstr>
      <vt:lpstr>KRBQKD+CMBX12~c</vt:lpstr>
      <vt:lpstr>AWAKRT+Helvetica</vt:lpstr>
      <vt:lpstr>TVLCLM+CMR10</vt:lpstr>
      <vt:lpstr>QLWUIM+CMR7</vt:lpstr>
      <vt:lpstr>WOIIWE+CMBX10</vt:lpstr>
      <vt:lpstr>NPOSRM+CMSSBX10~2f4</vt:lpstr>
      <vt:lpstr>WROHFH+CMSS8</vt:lpstr>
      <vt:lpstr>VTHEAL+CMR7</vt:lpstr>
      <vt:lpstr>BESQIR+CMBX10</vt:lpstr>
      <vt:lpstr>HIUEFR+CMSSBX10~2f4</vt:lpstr>
      <vt:lpstr>VAJOJE+CMSS8</vt:lpstr>
      <vt:lpstr>IQRSVM+CMR7</vt:lpstr>
      <vt:lpstr>ICAGLC+CMBX10</vt:lpstr>
      <vt:lpstr>KALMJJ+CMSY10~25</vt:lpstr>
      <vt:lpstr>OGHWCW+CMR10</vt:lpstr>
      <vt:lpstr>ESSEFS+CMR7</vt:lpstr>
      <vt:lpstr>AWJFQK+CMBX12~c</vt:lpstr>
      <vt:lpstr>GGFWPR+Helvetica</vt:lpstr>
      <vt:lpstr>AEOUEH+CMR10</vt:lpstr>
      <vt:lpstr>PVWSOP+CMSS10</vt:lpstr>
      <vt:lpstr>JKFGTG+CMSY10~25</vt:lpstr>
      <vt:lpstr>MCGIOE+CMR7</vt:lpstr>
      <vt:lpstr>GSFKGM+CMBX12~c</vt:lpstr>
      <vt:lpstr>MIUDCT+CMR10</vt:lpstr>
      <vt:lpstr>LCATEI+CMBX10</vt:lpstr>
      <vt:lpstr>CUMCAI+CMSY10~25</vt:lpstr>
      <vt:lpstr>SLSJMC+CMR7</vt:lpstr>
      <vt:lpstr>ILDFPM+CMBX12~c</vt:lpstr>
      <vt:lpstr>DRSALG+CMR10</vt:lpstr>
      <vt:lpstr>ERPLBR+CMSY10~25</vt:lpstr>
      <vt:lpstr>RHSWWF+CMBX10</vt:lpstr>
      <vt:lpstr>AUKBDB+CMR7</vt:lpstr>
      <vt:lpstr>TRWGUJ+CMBX12~c</vt:lpstr>
      <vt:lpstr>QESUEU+CMSY10~25</vt:lpstr>
      <vt:lpstr>JQSOFQ+CMR10</vt:lpstr>
      <vt:lpstr>BDWHEM+Helvetica</vt:lpstr>
      <vt:lpstr>RLAOBD+CMR7</vt:lpstr>
      <vt:lpstr>EOUFTS+CMBX12~c</vt:lpstr>
      <vt:lpstr>RCHDEE+CMSY10~25</vt:lpstr>
      <vt:lpstr>LBULVV+CMBX10</vt:lpstr>
      <vt:lpstr>PFHODH+CMR10</vt:lpstr>
      <vt:lpstr>UVRGCM+CMR7</vt:lpstr>
      <vt:lpstr>EDDEDI+CMBX12~c</vt:lpstr>
      <vt:lpstr>PMBRLP+CMSY10~25</vt:lpstr>
      <vt:lpstr>OSUQCD+CMBX10</vt:lpstr>
      <vt:lpstr>UUUGDH+CMR10</vt:lpstr>
      <vt:lpstr>RTNJMS+CMMI10</vt:lpstr>
      <vt:lpstr>FIIWAM+CMR7</vt:lpstr>
      <vt:lpstr>TOFOUP+CMBX12~c</vt:lpstr>
      <vt:lpstr>USCLOM+CMR10</vt:lpstr>
      <vt:lpstr>VRBQJW+CMSY10~25</vt:lpstr>
      <vt:lpstr>RMNWNF+CMBX10</vt:lpstr>
      <vt:lpstr>VEVTFC+CMR7</vt:lpstr>
      <vt:lpstr>JABHKR+CMBX12~c</vt:lpstr>
      <vt:lpstr>KPMKMQ+CMR10</vt:lpstr>
      <vt:lpstr>RCHPKK+CMSY10~25</vt:lpstr>
      <vt:lpstr>OHVQQR+CMR7</vt:lpstr>
      <vt:lpstr>DDQPAI+CMBX12~c</vt:lpstr>
      <vt:lpstr>LJTAFC+CMSY10~25</vt:lpstr>
      <vt:lpstr>NUVRMK+CMBX10</vt:lpstr>
      <vt:lpstr>HWGITS+CMR10</vt:lpstr>
      <vt:lpstr>SCRMMH+CMR7</vt:lpstr>
      <vt:lpstr>ICUBSA+CMBX12~c</vt:lpstr>
      <vt:lpstr>KQKGLO+CMSY10~25</vt:lpstr>
      <vt:lpstr>PDOOCC+CMR10</vt:lpstr>
      <vt:lpstr>RBIMUB+CMBX10</vt:lpstr>
      <vt:lpstr>ODACFC+CMR7</vt:lpstr>
      <vt:lpstr>WLOOFO+CMBX12~c</vt:lpstr>
      <vt:lpstr>TVEDUL+CMSY10~25</vt:lpstr>
      <vt:lpstr>QBUOFC+CMR10</vt:lpstr>
      <vt:lpstr>HFDNDW+CMR7</vt:lpstr>
      <vt:lpstr>ARGVMU+CMBX12~c</vt:lpstr>
      <vt:lpstr>JBRAFA+Helvetica</vt:lpstr>
      <vt:lpstr>QFEAIF+Helvetica-Bold</vt:lpstr>
      <vt:lpstr>MKLNKI+CMSY10~25</vt:lpstr>
      <vt:lpstr>KNCDSN+CMR10</vt:lpstr>
      <vt:lpstr>CWREJQ+CMR7</vt:lpstr>
      <vt:lpstr>SQAFUH+CMBX12~c</vt:lpstr>
      <vt:lpstr>ELPOFT+CMSY10~25</vt:lpstr>
      <vt:lpstr>FCCIMJ+CMR10</vt:lpstr>
      <vt:lpstr>DPHLRU+CMR7</vt:lpstr>
      <vt:lpstr>MMTOAD+CMBX12~c</vt:lpstr>
      <vt:lpstr>PHFMTJ+CMSY10~25</vt:lpstr>
      <vt:lpstr>FTTSNE+CMR10</vt:lpstr>
      <vt:lpstr>LQLFVN+CMMI10</vt:lpstr>
      <vt:lpstr>JAQMGF+Helvetica</vt:lpstr>
      <vt:lpstr>JBDDGW+CMR7</vt:lpstr>
      <vt:lpstr>PJLEEI+CMBX12~c</vt:lpstr>
      <vt:lpstr>KVGLLT+CMR10</vt:lpstr>
      <vt:lpstr>QMERPP+CMSY10~25</vt:lpstr>
      <vt:lpstr>FBUDRW+CMR7</vt:lpstr>
      <vt:lpstr>HABHJO+CMBX12~c</vt:lpstr>
      <vt:lpstr>TQTQAC+Helvetica</vt:lpstr>
      <vt:lpstr>SFVSLI+CMR10</vt:lpstr>
      <vt:lpstr>TFHTVB+CMR7</vt:lpstr>
      <vt:lpstr>TDVPFU+CMBX12~c</vt:lpstr>
      <vt:lpstr>SSCCBW+Helvetica</vt:lpstr>
      <vt:lpstr>IGAJWC+CMR10</vt:lpstr>
      <vt:lpstr>MDJESP+CMR7</vt:lpstr>
      <vt:lpstr>JQDCWK+CMBX12~c</vt:lpstr>
      <vt:lpstr>AGUMKI+CMSY10~25</vt:lpstr>
      <vt:lpstr>DISGQH+CMR10</vt:lpstr>
      <vt:lpstr>TTCLMJ+Helvetica</vt:lpstr>
      <vt:lpstr>WIWHKA+CMR7</vt:lpstr>
      <vt:lpstr>CBHKAR+CMBX12~c</vt:lpstr>
      <vt:lpstr>WAIOAM+CMSY10~25</vt:lpstr>
      <vt:lpstr>ETLRJN+CMR10</vt:lpstr>
      <vt:lpstr>FHJTPC+CMR7</vt:lpstr>
      <vt:lpstr>UREKGA+CMBX12~c</vt:lpstr>
      <vt:lpstr>JGHUBV+CMR10</vt:lpstr>
      <vt:lpstr>UDTUER+CMSY10~25</vt:lpstr>
      <vt:lpstr>IAHEMP+CMTI10</vt:lpstr>
      <vt:lpstr>QIUHCK+CMR7</vt:lpstr>
      <vt:lpstr>EEVHPE+CMBX12~c</vt:lpstr>
      <vt:lpstr>TWGJJV+Helvetica</vt:lpstr>
      <vt:lpstr>MCRNQC+CMR7</vt:lpstr>
      <vt:lpstr>DUQMTU+CMBX12~c</vt:lpstr>
      <vt:lpstr>OMNRJA+Helvetica</vt:lpstr>
      <vt:lpstr>OSUOOE+CMR7</vt:lpstr>
      <vt:lpstr>CCKPQB+CMBX12~c</vt:lpstr>
      <vt:lpstr>QOFLMR+Helvetica</vt:lpstr>
      <vt:lpstr>BHTDSD+CMR7</vt:lpstr>
      <vt:lpstr>VKCRHO+CMBX12~c</vt:lpstr>
      <vt:lpstr>BQVASB+CMSY10~25</vt:lpstr>
      <vt:lpstr>TWIRRL+CMR10</vt:lpstr>
      <vt:lpstr>PFDTLR+CMR7</vt:lpstr>
      <vt:lpstr>Times New Roman</vt:lpstr>
      <vt:lpstr>Comic Sans MS</vt:lpstr>
      <vt:lpstr>Verdana</vt:lpstr>
      <vt:lpstr>黑体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HeMa</dc:creator>
  <cp:lastModifiedBy>MX</cp:lastModifiedBy>
  <cp:revision>6</cp:revision>
  <dcterms:created xsi:type="dcterms:W3CDTF">2026-06-03T03:30:41Z</dcterms:created>
  <dcterms:modified xsi:type="dcterms:W3CDTF">2026-06-03T03:31:30Z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99531256C5464E60B6FCCF9ADD6E462B_12</vt:lpwstr>
  </property>
  <property fmtid="{D5CDD505-2E9C-101B-9397-08002B2CF9AE}" pid="3" name="KSOProductBuildVer">
    <vt:lpwstr>2052-12.1.0.23542</vt:lpwstr>
  </property>
</Properties>
</file>